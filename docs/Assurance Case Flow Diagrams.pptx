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F097CC-77C4-40F2-851A-44B7C6790290}" v="114" dt="2020-05-02T02:36:28.2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17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Kumar" userId="a9517e534f492ff6" providerId="LiveId" clId="{D6F097CC-77C4-40F2-851A-44B7C6790290}"/>
    <pc:docChg chg="custSel addSld modSld modMainMaster">
      <pc:chgData name="Manish Kumar" userId="a9517e534f492ff6" providerId="LiveId" clId="{D6F097CC-77C4-40F2-851A-44B7C6790290}" dt="2020-05-02T02:36:35.966" v="3430" actId="14100"/>
      <pc:docMkLst>
        <pc:docMk/>
      </pc:docMkLst>
      <pc:sldChg chg="addSp delSp modSp mod">
        <pc:chgData name="Manish Kumar" userId="a9517e534f492ff6" providerId="LiveId" clId="{D6F097CC-77C4-40F2-851A-44B7C6790290}" dt="2020-05-02T00:21:01.097" v="1497" actId="207"/>
        <pc:sldMkLst>
          <pc:docMk/>
          <pc:sldMk cId="2528287531" sldId="256"/>
        </pc:sldMkLst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7" creationId="{85895ADD-FB7D-4388-ABB0-7995539DC6A1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20" creationId="{EE7BFC42-BD02-4189-A67E-AFA578CAA35E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21" creationId="{F580AB89-7C95-42A7-9067-F8E825CA817C}"/>
          </ac:spMkLst>
        </pc:spChg>
        <pc:spChg chg="mod">
          <ac:chgData name="Manish Kumar" userId="a9517e534f492ff6" providerId="LiveId" clId="{D6F097CC-77C4-40F2-851A-44B7C6790290}" dt="2020-05-02T00:21:01.097" v="1497" actId="207"/>
          <ac:spMkLst>
            <pc:docMk/>
            <pc:sldMk cId="2528287531" sldId="256"/>
            <ac:spMk id="41" creationId="{5244FEDD-9DA1-40B0-8B09-E40B8C17E4F6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42" creationId="{80C8743F-6E77-4AA4-8A91-871C28BD29FE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49" creationId="{4649D6BE-6B6B-4774-A1A0-EC0035262490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50" creationId="{F5B03564-37A1-4834-8511-59BA7CE33299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57" creationId="{A9631A9F-6674-4457-B8A0-678610F3695B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71" creationId="{D121720A-639A-4167-818B-68CF512F0301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72" creationId="{3DE86F25-BE2C-480C-95D5-EB53CB03B291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73" creationId="{5C070F1B-756A-43B2-9AC1-A5DFE8E2B6EB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74" creationId="{48D0CB06-FABE-4A1F-B454-FE260383719A}"/>
          </ac:spMkLst>
        </pc:spChg>
        <pc:spChg chg="mod">
          <ac:chgData name="Manish Kumar" userId="a9517e534f492ff6" providerId="LiveId" clId="{D6F097CC-77C4-40F2-851A-44B7C6790290}" dt="2020-04-30T23:38:17.332" v="468" actId="1076"/>
          <ac:spMkLst>
            <pc:docMk/>
            <pc:sldMk cId="2528287531" sldId="256"/>
            <ac:spMk id="103" creationId="{D72300EC-0CC3-462D-A686-93D17EFF18CF}"/>
          </ac:spMkLst>
        </pc:spChg>
        <pc:spChg chg="mod">
          <ac:chgData name="Manish Kumar" userId="a9517e534f492ff6" providerId="LiveId" clId="{D6F097CC-77C4-40F2-851A-44B7C6790290}" dt="2020-04-30T23:38:36.685" v="475" actId="1076"/>
          <ac:spMkLst>
            <pc:docMk/>
            <pc:sldMk cId="2528287531" sldId="256"/>
            <ac:spMk id="110" creationId="{4B920CCA-D29C-439E-A58A-CCBFEBC3706C}"/>
          </ac:spMkLst>
        </pc:spChg>
        <pc:spChg chg="mod">
          <ac:chgData name="Manish Kumar" userId="a9517e534f492ff6" providerId="LiveId" clId="{D6F097CC-77C4-40F2-851A-44B7C6790290}" dt="2020-04-30T23:39:09.798" v="483" actId="1076"/>
          <ac:spMkLst>
            <pc:docMk/>
            <pc:sldMk cId="2528287531" sldId="256"/>
            <ac:spMk id="112" creationId="{BB6E9B6A-340D-455D-A121-F9F5CB3FB64D}"/>
          </ac:spMkLst>
        </pc:spChg>
        <pc:spChg chg="mod">
          <ac:chgData name="Manish Kumar" userId="a9517e534f492ff6" providerId="LiveId" clId="{D6F097CC-77C4-40F2-851A-44B7C6790290}" dt="2020-04-30T23:38:21.659" v="469" actId="1076"/>
          <ac:spMkLst>
            <pc:docMk/>
            <pc:sldMk cId="2528287531" sldId="256"/>
            <ac:spMk id="125" creationId="{F8DF4B9B-9154-4E2A-A874-5B1F51FA7D97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136" creationId="{69BECA94-4CE7-4D44-B1D4-2C595D16D8A6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137" creationId="{16518584-1CFD-4606-9511-242B480CBA77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138" creationId="{78ABB443-E6EE-4E8E-89CE-CD22010E2048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139" creationId="{A14D3397-594B-4A29-9DD9-28E19645DC15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195" creationId="{C8249083-37CF-49D2-BD6E-D574FB8A7736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196" creationId="{A6E1FD80-A78F-4206-B69E-6044BA4DFACF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197" creationId="{3FECF483-74F6-4B50-A0F1-B118C7B759A2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204" creationId="{8FF46E46-F5C6-46BE-80BC-E0D0A67A7306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k cId="2528287531" sldId="256"/>
            <ac:spMk id="206" creationId="{4C82C884-92BC-463B-A145-13E527E29306}"/>
          </ac:spMkLst>
        </pc:sp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22" creationId="{E59744A5-CA13-4023-8A51-402370876289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23" creationId="{613BA87C-EF1D-4238-A638-E6390F487AD8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51" creationId="{33FA4905-3EF5-4F3C-AC9C-BF1C8D911C0E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53" creationId="{101D1EFD-CB40-45D6-81A9-DA095C6DBBE9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54" creationId="{033F0B5E-C944-4727-8A72-869ACECD6090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58" creationId="{ED9A5E70-983E-4BDF-AF39-137CC46F7D93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68" creationId="{87C02316-E9AD-4C9F-9B29-A413E0182E2A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90" creationId="{21FC2E98-AEA4-4B92-B0B1-54DC1086E855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101" creationId="{B86319FE-14D2-4084-BA81-05DD1679801D}"/>
          </ac:cxnSpMkLst>
        </pc:cxnChg>
        <pc:cxnChg chg="mod">
          <ac:chgData name="Manish Kumar" userId="a9517e534f492ff6" providerId="LiveId" clId="{D6F097CC-77C4-40F2-851A-44B7C6790290}" dt="2020-04-30T23:38:27.950" v="472" actId="14100"/>
          <ac:cxnSpMkLst>
            <pc:docMk/>
            <pc:sldMk cId="2528287531" sldId="256"/>
            <ac:cxnSpMk id="104" creationId="{B18BF1E3-8169-4B00-BAD4-C5CCDB02F1E1}"/>
          </ac:cxnSpMkLst>
        </pc:cxnChg>
        <pc:cxnChg chg="mod">
          <ac:chgData name="Manish Kumar" userId="a9517e534f492ff6" providerId="LiveId" clId="{D6F097CC-77C4-40F2-851A-44B7C6790290}" dt="2020-04-30T23:38:33.303" v="474" actId="14100"/>
          <ac:cxnSpMkLst>
            <pc:docMk/>
            <pc:sldMk cId="2528287531" sldId="256"/>
            <ac:cxnSpMk id="107" creationId="{915CACC3-F184-40E4-B411-2872C529AA8A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116" creationId="{1DE0A6FF-6BCE-4C01-B182-C796A1142442}"/>
          </ac:cxnSpMkLst>
        </pc:cxnChg>
        <pc:cxnChg chg="mod">
          <ac:chgData name="Manish Kumar" userId="a9517e534f492ff6" providerId="LiveId" clId="{D6F097CC-77C4-40F2-851A-44B7C6790290}" dt="2020-04-30T23:38:47.501" v="478" actId="14100"/>
          <ac:cxnSpMkLst>
            <pc:docMk/>
            <pc:sldMk cId="2528287531" sldId="256"/>
            <ac:cxnSpMk id="123" creationId="{D53DAC5F-C7B7-4A00-B4A6-FA7433AB7DC5}"/>
          </ac:cxnSpMkLst>
        </pc:cxnChg>
        <pc:cxnChg chg="del mod">
          <ac:chgData name="Manish Kumar" userId="a9517e534f492ff6" providerId="LiveId" clId="{D6F097CC-77C4-40F2-851A-44B7C6790290}" dt="2020-04-30T23:38:24.083" v="470" actId="478"/>
          <ac:cxnSpMkLst>
            <pc:docMk/>
            <pc:sldMk cId="2528287531" sldId="256"/>
            <ac:cxnSpMk id="127" creationId="{89228A65-0451-4FF2-B244-B098AB1C0F2E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134" creationId="{22DFE076-DE0C-4041-811D-10C597AECBA7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186" creationId="{705FB39B-21F6-452B-8B34-2877508516BA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188" creationId="{E3E32B15-69A8-43F6-9ADC-12A3A2B8589D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193" creationId="{6F7ED356-62AB-43FA-ABE2-F75D0C7CF337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198" creationId="{46DE8DC1-ABA9-4830-AF00-02358B65D3C9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200" creationId="{E405A0CB-5063-4AA5-872D-C60AE4D629D5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202" creationId="{AD1B3DF0-168E-4DFF-AABD-7FFABC9F02BE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207" creationId="{0700D68E-E124-43A6-B921-DFC5A0961BDA}"/>
          </ac:cxnSpMkLst>
        </pc:cxnChg>
        <pc:cxnChg chg="mod">
          <ac:chgData name="Manish Kumar" userId="a9517e534f492ff6" providerId="LiveId" clId="{D6F097CC-77C4-40F2-851A-44B7C6790290}" dt="2020-04-30T23:25:03.526" v="17"/>
          <ac:cxnSpMkLst>
            <pc:docMk/>
            <pc:sldMk cId="2528287531" sldId="256"/>
            <ac:cxnSpMk id="209" creationId="{B734D0DA-F70E-4FCC-996A-F81B4FEB4A62}"/>
          </ac:cxnSpMkLst>
        </pc:cxnChg>
        <pc:cxnChg chg="add mod">
          <ac:chgData name="Manish Kumar" userId="a9517e534f492ff6" providerId="LiveId" clId="{D6F097CC-77C4-40F2-851A-44B7C6790290}" dt="2020-04-30T23:38:58.603" v="481" actId="14100"/>
          <ac:cxnSpMkLst>
            <pc:docMk/>
            <pc:sldMk cId="2528287531" sldId="256"/>
            <ac:cxnSpMk id="218" creationId="{CC21D31A-5ED6-457E-8FE8-9AB4E94CE50F}"/>
          </ac:cxnSpMkLst>
        </pc:cxnChg>
      </pc:sldChg>
      <pc:sldChg chg="addSp delSp modSp new mod">
        <pc:chgData name="Manish Kumar" userId="a9517e534f492ff6" providerId="LiveId" clId="{D6F097CC-77C4-40F2-851A-44B7C6790290}" dt="2020-05-02T00:20:42.236" v="1495" actId="207"/>
        <pc:sldMkLst>
          <pc:docMk/>
          <pc:sldMk cId="2126932460" sldId="257"/>
        </pc:sldMkLst>
        <pc:spChg chg="del">
          <ac:chgData name="Manish Kumar" userId="a9517e534f492ff6" providerId="LiveId" clId="{D6F097CC-77C4-40F2-851A-44B7C6790290}" dt="2020-04-30T23:20:31.251" v="1" actId="478"/>
          <ac:spMkLst>
            <pc:docMk/>
            <pc:sldMk cId="2126932460" sldId="257"/>
            <ac:spMk id="2" creationId="{54EE550C-02A8-4A28-B3BD-B5EF24B7593D}"/>
          </ac:spMkLst>
        </pc:spChg>
        <pc:spChg chg="del">
          <ac:chgData name="Manish Kumar" userId="a9517e534f492ff6" providerId="LiveId" clId="{D6F097CC-77C4-40F2-851A-44B7C6790290}" dt="2020-04-30T23:20:33.347" v="2" actId="478"/>
          <ac:spMkLst>
            <pc:docMk/>
            <pc:sldMk cId="2126932460" sldId="257"/>
            <ac:spMk id="3" creationId="{171B094A-76BB-40CB-873E-18CEF93E6E02}"/>
          </ac:spMkLst>
        </pc:spChg>
        <pc:spChg chg="add del">
          <ac:chgData name="Manish Kumar" userId="a9517e534f492ff6" providerId="LiveId" clId="{D6F097CC-77C4-40F2-851A-44B7C6790290}" dt="2020-04-30T23:20:59.814" v="4" actId="478"/>
          <ac:spMkLst>
            <pc:docMk/>
            <pc:sldMk cId="2126932460" sldId="257"/>
            <ac:spMk id="4" creationId="{EE8FB8C4-F35A-4C56-81F1-98F60CB40BCE}"/>
          </ac:spMkLst>
        </pc:spChg>
        <pc:spChg chg="add mod">
          <ac:chgData name="Manish Kumar" userId="a9517e534f492ff6" providerId="LiveId" clId="{D6F097CC-77C4-40F2-851A-44B7C6790290}" dt="2020-04-30T23:27:33.492" v="27" actId="14100"/>
          <ac:spMkLst>
            <pc:docMk/>
            <pc:sldMk cId="2126932460" sldId="257"/>
            <ac:spMk id="7" creationId="{B7889EC6-F6FC-47C5-9C51-5287F6036D24}"/>
          </ac:spMkLst>
        </pc:spChg>
        <pc:spChg chg="add del">
          <ac:chgData name="Manish Kumar" userId="a9517e534f492ff6" providerId="LiveId" clId="{D6F097CC-77C4-40F2-851A-44B7C6790290}" dt="2020-04-30T23:21:05.814" v="7" actId="478"/>
          <ac:spMkLst>
            <pc:docMk/>
            <pc:sldMk cId="2126932460" sldId="257"/>
            <ac:spMk id="8" creationId="{42D8B8A8-DF2B-4F81-B1F2-2B6A865063A1}"/>
          </ac:spMkLst>
        </pc:spChg>
        <pc:spChg chg="add mod">
          <ac:chgData name="Manish Kumar" userId="a9517e534f492ff6" providerId="LiveId" clId="{D6F097CC-77C4-40F2-851A-44B7C6790290}" dt="2020-04-30T23:32:28.719" v="198" actId="1076"/>
          <ac:spMkLst>
            <pc:docMk/>
            <pc:sldMk cId="2126932460" sldId="257"/>
            <ac:spMk id="9" creationId="{F86FC0DF-F77C-42A5-85C9-C53C18C7FB29}"/>
          </ac:spMkLst>
        </pc:spChg>
        <pc:spChg chg="add mod">
          <ac:chgData name="Manish Kumar" userId="a9517e534f492ff6" providerId="LiveId" clId="{D6F097CC-77C4-40F2-851A-44B7C6790290}" dt="2020-04-30T23:31:28.556" v="170" actId="1076"/>
          <ac:spMkLst>
            <pc:docMk/>
            <pc:sldMk cId="2126932460" sldId="257"/>
            <ac:spMk id="10" creationId="{1AA12F15-B87F-41AB-96BF-BAD35311204E}"/>
          </ac:spMkLst>
        </pc:spChg>
        <pc:spChg chg="add del mod">
          <ac:chgData name="Manish Kumar" userId="a9517e534f492ff6" providerId="LiveId" clId="{D6F097CC-77C4-40F2-851A-44B7C6790290}" dt="2020-04-30T23:25:40.936" v="19" actId="478"/>
          <ac:spMkLst>
            <pc:docMk/>
            <pc:sldMk cId="2126932460" sldId="257"/>
            <ac:spMk id="14" creationId="{101E64E1-CA07-4FD4-A9C7-864E36B74362}"/>
          </ac:spMkLst>
        </pc:spChg>
        <pc:spChg chg="add del mod">
          <ac:chgData name="Manish Kumar" userId="a9517e534f492ff6" providerId="LiveId" clId="{D6F097CC-77C4-40F2-851A-44B7C6790290}" dt="2020-04-30T23:28:20.392" v="83" actId="478"/>
          <ac:spMkLst>
            <pc:docMk/>
            <pc:sldMk cId="2126932460" sldId="257"/>
            <ac:spMk id="21" creationId="{82D9ED51-FFB6-4CC2-BC4E-529882656C1D}"/>
          </ac:spMkLst>
        </pc:spChg>
        <pc:spChg chg="add mod">
          <ac:chgData name="Manish Kumar" userId="a9517e534f492ff6" providerId="LiveId" clId="{D6F097CC-77C4-40F2-851A-44B7C6790290}" dt="2020-05-02T00:20:42.236" v="1495" actId="207"/>
          <ac:spMkLst>
            <pc:docMk/>
            <pc:sldMk cId="2126932460" sldId="257"/>
            <ac:spMk id="22" creationId="{5A3289FE-535D-49E5-801F-07AD5804AB13}"/>
          </ac:spMkLst>
        </pc:spChg>
        <pc:spChg chg="add mod">
          <ac:chgData name="Manish Kumar" userId="a9517e534f492ff6" providerId="LiveId" clId="{D6F097CC-77C4-40F2-851A-44B7C6790290}" dt="2020-04-30T23:28:39.848" v="88" actId="14100"/>
          <ac:spMkLst>
            <pc:docMk/>
            <pc:sldMk cId="2126932460" sldId="257"/>
            <ac:spMk id="23" creationId="{5CC186EF-02B8-4AC1-8C64-91EC6E66A694}"/>
          </ac:spMkLst>
        </pc:spChg>
        <pc:spChg chg="add mod">
          <ac:chgData name="Manish Kumar" userId="a9517e534f492ff6" providerId="LiveId" clId="{D6F097CC-77C4-40F2-851A-44B7C6790290}" dt="2020-04-30T23:33:00.167" v="294" actId="20577"/>
          <ac:spMkLst>
            <pc:docMk/>
            <pc:sldMk cId="2126932460" sldId="257"/>
            <ac:spMk id="32" creationId="{D2F12959-4877-4B59-822C-7BDB67AD19AB}"/>
          </ac:spMkLst>
        </pc:spChg>
        <pc:spChg chg="add mod">
          <ac:chgData name="Manish Kumar" userId="a9517e534f492ff6" providerId="LiveId" clId="{D6F097CC-77C4-40F2-851A-44B7C6790290}" dt="2020-04-30T23:35:47.648" v="372" actId="20577"/>
          <ac:spMkLst>
            <pc:docMk/>
            <pc:sldMk cId="2126932460" sldId="257"/>
            <ac:spMk id="33" creationId="{500ABBEE-9852-4204-AE6D-6298CF657EA7}"/>
          </ac:spMkLst>
        </pc:spChg>
        <pc:spChg chg="add mod">
          <ac:chgData name="Manish Kumar" userId="a9517e534f492ff6" providerId="LiveId" clId="{D6F097CC-77C4-40F2-851A-44B7C6790290}" dt="2020-04-30T23:40:42.168" v="564" actId="20577"/>
          <ac:spMkLst>
            <pc:docMk/>
            <pc:sldMk cId="2126932460" sldId="257"/>
            <ac:spMk id="34" creationId="{47612977-3E60-4563-BC22-4191A771A174}"/>
          </ac:spMkLst>
        </pc:spChg>
        <pc:spChg chg="add mod">
          <ac:chgData name="Manish Kumar" userId="a9517e534f492ff6" providerId="LiveId" clId="{D6F097CC-77C4-40F2-851A-44B7C6790290}" dt="2020-04-30T23:47:44.752" v="764" actId="20577"/>
          <ac:spMkLst>
            <pc:docMk/>
            <pc:sldMk cId="2126932460" sldId="257"/>
            <ac:spMk id="35" creationId="{7DDEDBF8-09F5-402D-9131-A9E27C97A7D1}"/>
          </ac:spMkLst>
        </pc:spChg>
        <pc:spChg chg="add mod">
          <ac:chgData name="Manish Kumar" userId="a9517e534f492ff6" providerId="LiveId" clId="{D6F097CC-77C4-40F2-851A-44B7C6790290}" dt="2020-04-30T23:40:57.886" v="589" actId="20577"/>
          <ac:spMkLst>
            <pc:docMk/>
            <pc:sldMk cId="2126932460" sldId="257"/>
            <ac:spMk id="44" creationId="{7B6F6D1F-FB0F-4224-9BF0-DCCDA5A1F9A9}"/>
          </ac:spMkLst>
        </pc:spChg>
        <pc:spChg chg="add mod">
          <ac:chgData name="Manish Kumar" userId="a9517e534f492ff6" providerId="LiveId" clId="{D6F097CC-77C4-40F2-851A-44B7C6790290}" dt="2020-04-30T23:44:37.952" v="664" actId="20577"/>
          <ac:spMkLst>
            <pc:docMk/>
            <pc:sldMk cId="2126932460" sldId="257"/>
            <ac:spMk id="45" creationId="{59C5700D-5B92-44B1-82A4-FDA938DD212D}"/>
          </ac:spMkLst>
        </pc:spChg>
        <pc:spChg chg="add mod">
          <ac:chgData name="Manish Kumar" userId="a9517e534f492ff6" providerId="LiveId" clId="{D6F097CC-77C4-40F2-851A-44B7C6790290}" dt="2020-04-30T23:45:05.540" v="720" actId="1076"/>
          <ac:spMkLst>
            <pc:docMk/>
            <pc:sldMk cId="2126932460" sldId="257"/>
            <ac:spMk id="46" creationId="{D6BA0198-A8BF-4D4D-AC13-1C33CC07394E}"/>
          </ac:spMkLst>
        </pc:spChg>
        <pc:spChg chg="add mod">
          <ac:chgData name="Manish Kumar" userId="a9517e534f492ff6" providerId="LiveId" clId="{D6F097CC-77C4-40F2-851A-44B7C6790290}" dt="2020-04-30T23:48:04.608" v="830" actId="20577"/>
          <ac:spMkLst>
            <pc:docMk/>
            <pc:sldMk cId="2126932460" sldId="257"/>
            <ac:spMk id="54" creationId="{3ABE8DD5-6BD5-4A61-9B79-8D7B279E08CD}"/>
          </ac:spMkLst>
        </pc:spChg>
        <pc:spChg chg="add mod">
          <ac:chgData name="Manish Kumar" userId="a9517e534f492ff6" providerId="LiveId" clId="{D6F097CC-77C4-40F2-851A-44B7C6790290}" dt="2020-04-30T23:48:27.208" v="845" actId="20577"/>
          <ac:spMkLst>
            <pc:docMk/>
            <pc:sldMk cId="2126932460" sldId="257"/>
            <ac:spMk id="55" creationId="{BD765C4E-E3AB-462E-BC8B-0A3E10112311}"/>
          </ac:spMkLst>
        </pc:spChg>
        <pc:spChg chg="add mod">
          <ac:chgData name="Manish Kumar" userId="a9517e534f492ff6" providerId="LiveId" clId="{D6F097CC-77C4-40F2-851A-44B7C6790290}" dt="2020-04-30T23:49:00.324" v="869" actId="20577"/>
          <ac:spMkLst>
            <pc:docMk/>
            <pc:sldMk cId="2126932460" sldId="257"/>
            <ac:spMk id="56" creationId="{3B41729F-C4D4-4D46-AF63-09FF93D1CF22}"/>
          </ac:spMkLst>
        </pc:spChg>
        <pc:spChg chg="add mod">
          <ac:chgData name="Manish Kumar" userId="a9517e534f492ff6" providerId="LiveId" clId="{D6F097CC-77C4-40F2-851A-44B7C6790290}" dt="2020-04-30T23:53:07.501" v="954" actId="14100"/>
          <ac:spMkLst>
            <pc:docMk/>
            <pc:sldMk cId="2126932460" sldId="257"/>
            <ac:spMk id="57" creationId="{354D97A2-BA1F-4926-897B-901D21EA6488}"/>
          </ac:spMkLst>
        </pc:spChg>
        <pc:spChg chg="add mod">
          <ac:chgData name="Manish Kumar" userId="a9517e534f492ff6" providerId="LiveId" clId="{D6F097CC-77C4-40F2-851A-44B7C6790290}" dt="2020-04-30T23:53:07.501" v="954" actId="14100"/>
          <ac:spMkLst>
            <pc:docMk/>
            <pc:sldMk cId="2126932460" sldId="257"/>
            <ac:spMk id="58" creationId="{ADCC6336-09AC-4617-A5ED-99CDE4D5142B}"/>
          </ac:spMkLst>
        </pc:spChg>
        <pc:spChg chg="add mod">
          <ac:chgData name="Manish Kumar" userId="a9517e534f492ff6" providerId="LiveId" clId="{D6F097CC-77C4-40F2-851A-44B7C6790290}" dt="2020-04-30T23:53:07.501" v="954" actId="14100"/>
          <ac:spMkLst>
            <pc:docMk/>
            <pc:sldMk cId="2126932460" sldId="257"/>
            <ac:spMk id="59" creationId="{21E1539B-C901-49A4-A5C1-97565FD48461}"/>
          </ac:spMkLst>
        </pc:spChg>
        <pc:spChg chg="add mod">
          <ac:chgData name="Manish Kumar" userId="a9517e534f492ff6" providerId="LiveId" clId="{D6F097CC-77C4-40F2-851A-44B7C6790290}" dt="2020-05-01T00:02:52.350" v="995" actId="20577"/>
          <ac:spMkLst>
            <pc:docMk/>
            <pc:sldMk cId="2126932460" sldId="257"/>
            <ac:spMk id="77" creationId="{D2BB4E2D-DBCB-46EE-851A-4FAA04C9751E}"/>
          </ac:spMkLst>
        </pc:spChg>
        <pc:spChg chg="add mod">
          <ac:chgData name="Manish Kumar" userId="a9517e534f492ff6" providerId="LiveId" clId="{D6F097CC-77C4-40F2-851A-44B7C6790290}" dt="2020-05-02T00:20:19.599" v="1494" actId="207"/>
          <ac:spMkLst>
            <pc:docMk/>
            <pc:sldMk cId="2126932460" sldId="257"/>
            <ac:spMk id="82" creationId="{07D11CBA-850E-4B8B-8251-3CCDA17BB19D}"/>
          </ac:spMkLst>
        </pc:spChg>
        <pc:spChg chg="add mod">
          <ac:chgData name="Manish Kumar" userId="a9517e534f492ff6" providerId="LiveId" clId="{D6F097CC-77C4-40F2-851A-44B7C6790290}" dt="2020-05-01T00:05:15.576" v="1073" actId="20577"/>
          <ac:spMkLst>
            <pc:docMk/>
            <pc:sldMk cId="2126932460" sldId="257"/>
            <ac:spMk id="83" creationId="{4B600784-4C5E-4737-B296-4FE095417F5E}"/>
          </ac:spMkLst>
        </pc:spChg>
        <pc:spChg chg="add mod">
          <ac:chgData name="Manish Kumar" userId="a9517e534f492ff6" providerId="LiveId" clId="{D6F097CC-77C4-40F2-851A-44B7C6790290}" dt="2020-05-01T00:05:28.496" v="1086" actId="20577"/>
          <ac:spMkLst>
            <pc:docMk/>
            <pc:sldMk cId="2126932460" sldId="257"/>
            <ac:spMk id="84" creationId="{4C9A5E0F-1AAF-4B91-85F8-31F32B3E11FB}"/>
          </ac:spMkLst>
        </pc:spChg>
        <pc:spChg chg="add mod">
          <ac:chgData name="Manish Kumar" userId="a9517e534f492ff6" providerId="LiveId" clId="{D6F097CC-77C4-40F2-851A-44B7C6790290}" dt="2020-05-01T00:06:26.399" v="1200" actId="20577"/>
          <ac:spMkLst>
            <pc:docMk/>
            <pc:sldMk cId="2126932460" sldId="257"/>
            <ac:spMk id="85" creationId="{334F86D2-7C9B-4EC7-8915-C90D4201F711}"/>
          </ac:spMkLst>
        </pc:spChg>
        <pc:spChg chg="add mod">
          <ac:chgData name="Manish Kumar" userId="a9517e534f492ff6" providerId="LiveId" clId="{D6F097CC-77C4-40F2-851A-44B7C6790290}" dt="2020-05-01T00:12:13.680" v="1474" actId="1076"/>
          <ac:spMkLst>
            <pc:docMk/>
            <pc:sldMk cId="2126932460" sldId="257"/>
            <ac:spMk id="88" creationId="{B576E7E9-5FDF-4A36-847A-EE807DD5497A}"/>
          </ac:spMkLst>
        </pc:spChg>
        <pc:spChg chg="add mod">
          <ac:chgData name="Manish Kumar" userId="a9517e534f492ff6" providerId="LiveId" clId="{D6F097CC-77C4-40F2-851A-44B7C6790290}" dt="2020-05-01T00:11:52.788" v="1468" actId="1076"/>
          <ac:spMkLst>
            <pc:docMk/>
            <pc:sldMk cId="2126932460" sldId="257"/>
            <ac:spMk id="89" creationId="{FE9F630C-3815-42F4-B4DA-DEDC5DE86153}"/>
          </ac:spMkLst>
        </pc:spChg>
        <pc:spChg chg="add mod">
          <ac:chgData name="Manish Kumar" userId="a9517e534f492ff6" providerId="LiveId" clId="{D6F097CC-77C4-40F2-851A-44B7C6790290}" dt="2020-05-01T00:12:41.455" v="1484" actId="1076"/>
          <ac:spMkLst>
            <pc:docMk/>
            <pc:sldMk cId="2126932460" sldId="257"/>
            <ac:spMk id="90" creationId="{6B9CB58A-6443-45F5-99AD-DFF905593DB8}"/>
          </ac:spMkLst>
        </pc:spChg>
        <pc:spChg chg="add mod">
          <ac:chgData name="Manish Kumar" userId="a9517e534f492ff6" providerId="LiveId" clId="{D6F097CC-77C4-40F2-851A-44B7C6790290}" dt="2020-05-01T00:12:17.137" v="1475" actId="1076"/>
          <ac:spMkLst>
            <pc:docMk/>
            <pc:sldMk cId="2126932460" sldId="257"/>
            <ac:spMk id="91" creationId="{DEFD4980-E99B-46CC-9C01-4BFE406F41E0}"/>
          </ac:spMkLst>
        </pc:spChg>
        <pc:cxnChg chg="add del mod">
          <ac:chgData name="Manish Kumar" userId="a9517e534f492ff6" providerId="LiveId" clId="{D6F097CC-77C4-40F2-851A-44B7C6790290}" dt="2020-04-30T23:21:01.589" v="5" actId="478"/>
          <ac:cxnSpMkLst>
            <pc:docMk/>
            <pc:sldMk cId="2126932460" sldId="257"/>
            <ac:cxnSpMk id="5" creationId="{0BF9B430-14BB-4260-964F-8F77A397E311}"/>
          </ac:cxnSpMkLst>
        </pc:cxnChg>
        <pc:cxnChg chg="add del mod">
          <ac:chgData name="Manish Kumar" userId="a9517e534f492ff6" providerId="LiveId" clId="{D6F097CC-77C4-40F2-851A-44B7C6790290}" dt="2020-04-30T23:21:08.310" v="9" actId="478"/>
          <ac:cxnSpMkLst>
            <pc:docMk/>
            <pc:sldMk cId="2126932460" sldId="257"/>
            <ac:cxnSpMk id="6" creationId="{C93EDAF2-CF48-4487-9D30-9E05A22BE369}"/>
          </ac:cxnSpMkLst>
        </pc:cxnChg>
        <pc:cxnChg chg="add del mod">
          <ac:chgData name="Manish Kumar" userId="a9517e534f492ff6" providerId="LiveId" clId="{D6F097CC-77C4-40F2-851A-44B7C6790290}" dt="2020-04-30T23:21:07.179" v="8" actId="478"/>
          <ac:cxnSpMkLst>
            <pc:docMk/>
            <pc:sldMk cId="2126932460" sldId="257"/>
            <ac:cxnSpMk id="11" creationId="{7BA64350-635C-402C-AD4A-117EB38814D0}"/>
          </ac:cxnSpMkLst>
        </pc:cxnChg>
        <pc:cxnChg chg="add mod">
          <ac:chgData name="Manish Kumar" userId="a9517e534f492ff6" providerId="LiveId" clId="{D6F097CC-77C4-40F2-851A-44B7C6790290}" dt="2020-04-30T23:31:32.728" v="171" actId="14100"/>
          <ac:cxnSpMkLst>
            <pc:docMk/>
            <pc:sldMk cId="2126932460" sldId="257"/>
            <ac:cxnSpMk id="12" creationId="{E034F74C-1F61-49A9-8160-1A13E07963A8}"/>
          </ac:cxnSpMkLst>
        </pc:cxnChg>
        <pc:cxnChg chg="add del mod">
          <ac:chgData name="Manish Kumar" userId="a9517e534f492ff6" providerId="LiveId" clId="{D6F097CC-77C4-40F2-851A-44B7C6790290}" dt="2020-04-30T23:21:12.938" v="11" actId="478"/>
          <ac:cxnSpMkLst>
            <pc:docMk/>
            <pc:sldMk cId="2126932460" sldId="257"/>
            <ac:cxnSpMk id="13" creationId="{AB4FA509-4579-4901-9FA0-E2BB9B9AF513}"/>
          </ac:cxnSpMkLst>
        </pc:cxnChg>
        <pc:cxnChg chg="add del mod">
          <ac:chgData name="Manish Kumar" userId="a9517e534f492ff6" providerId="LiveId" clId="{D6F097CC-77C4-40F2-851A-44B7C6790290}" dt="2020-04-30T23:21:17.042" v="15" actId="478"/>
          <ac:cxnSpMkLst>
            <pc:docMk/>
            <pc:sldMk cId="2126932460" sldId="257"/>
            <ac:cxnSpMk id="15" creationId="{5E7FB28C-1985-455A-9110-4C1E79FB1FA7}"/>
          </ac:cxnSpMkLst>
        </pc:cxnChg>
        <pc:cxnChg chg="add mod">
          <ac:chgData name="Manish Kumar" userId="a9517e534f492ff6" providerId="LiveId" clId="{D6F097CC-77C4-40F2-851A-44B7C6790290}" dt="2020-04-30T23:32:04.734" v="195" actId="14100"/>
          <ac:cxnSpMkLst>
            <pc:docMk/>
            <pc:sldMk cId="2126932460" sldId="257"/>
            <ac:cxnSpMk id="16" creationId="{BACBA0DA-EFA1-4D84-9C14-D9BF5F9D7434}"/>
          </ac:cxnSpMkLst>
        </pc:cxnChg>
        <pc:cxnChg chg="add del mod">
          <ac:chgData name="Manish Kumar" userId="a9517e534f492ff6" providerId="LiveId" clId="{D6F097CC-77C4-40F2-851A-44B7C6790290}" dt="2020-04-30T23:31:57.720" v="192" actId="478"/>
          <ac:cxnSpMkLst>
            <pc:docMk/>
            <pc:sldMk cId="2126932460" sldId="257"/>
            <ac:cxnSpMk id="17" creationId="{43E28098-2A83-4BD7-9EC9-E6F66EB2BF3D}"/>
          </ac:cxnSpMkLst>
        </pc:cxnChg>
        <pc:cxnChg chg="add del">
          <ac:chgData name="Manish Kumar" userId="a9517e534f492ff6" providerId="LiveId" clId="{D6F097CC-77C4-40F2-851A-44B7C6790290}" dt="2020-04-30T23:21:13.854" v="12" actId="478"/>
          <ac:cxnSpMkLst>
            <pc:docMk/>
            <pc:sldMk cId="2126932460" sldId="257"/>
            <ac:cxnSpMk id="18" creationId="{62FCAD72-98F0-473D-AAEF-8B5594747ECC}"/>
          </ac:cxnSpMkLst>
        </pc:cxnChg>
        <pc:cxnChg chg="add del">
          <ac:chgData name="Manish Kumar" userId="a9517e534f492ff6" providerId="LiveId" clId="{D6F097CC-77C4-40F2-851A-44B7C6790290}" dt="2020-04-30T23:21:14.838" v="13" actId="478"/>
          <ac:cxnSpMkLst>
            <pc:docMk/>
            <pc:sldMk cId="2126932460" sldId="257"/>
            <ac:cxnSpMk id="19" creationId="{3FD65081-571E-43EE-82F0-9D8A6869E334}"/>
          </ac:cxnSpMkLst>
        </pc:cxnChg>
        <pc:cxnChg chg="add del">
          <ac:chgData name="Manish Kumar" userId="a9517e534f492ff6" providerId="LiveId" clId="{D6F097CC-77C4-40F2-851A-44B7C6790290}" dt="2020-04-30T23:21:15.951" v="14" actId="478"/>
          <ac:cxnSpMkLst>
            <pc:docMk/>
            <pc:sldMk cId="2126932460" sldId="257"/>
            <ac:cxnSpMk id="20" creationId="{21A82771-6DD5-43B0-8AB3-11853FE11C91}"/>
          </ac:cxnSpMkLst>
        </pc:cxnChg>
        <pc:cxnChg chg="add mod">
          <ac:chgData name="Manish Kumar" userId="a9517e534f492ff6" providerId="LiveId" clId="{D6F097CC-77C4-40F2-851A-44B7C6790290}" dt="2020-04-30T23:28:54.213" v="93" actId="14100"/>
          <ac:cxnSpMkLst>
            <pc:docMk/>
            <pc:sldMk cId="2126932460" sldId="257"/>
            <ac:cxnSpMk id="24" creationId="{A6D3E2AA-F0E4-483A-8D4E-ECE3440D3522}"/>
          </ac:cxnSpMkLst>
        </pc:cxnChg>
        <pc:cxnChg chg="add mod">
          <ac:chgData name="Manish Kumar" userId="a9517e534f492ff6" providerId="LiveId" clId="{D6F097CC-77C4-40F2-851A-44B7C6790290}" dt="2020-04-30T23:29:02.578" v="96" actId="14100"/>
          <ac:cxnSpMkLst>
            <pc:docMk/>
            <pc:sldMk cId="2126932460" sldId="257"/>
            <ac:cxnSpMk id="27" creationId="{ABD4A60D-D594-4045-A2D5-E47CD18359A5}"/>
          </ac:cxnSpMkLst>
        </pc:cxnChg>
        <pc:cxnChg chg="add mod">
          <ac:chgData name="Manish Kumar" userId="a9517e534f492ff6" providerId="LiveId" clId="{D6F097CC-77C4-40F2-851A-44B7C6790290}" dt="2020-04-30T23:39:29.688" v="486" actId="14100"/>
          <ac:cxnSpMkLst>
            <pc:docMk/>
            <pc:sldMk cId="2126932460" sldId="257"/>
            <ac:cxnSpMk id="36" creationId="{CBD6225E-FE30-4B55-AA31-DE05FBE69944}"/>
          </ac:cxnSpMkLst>
        </pc:cxnChg>
        <pc:cxnChg chg="add mod">
          <ac:chgData name="Manish Kumar" userId="a9517e534f492ff6" providerId="LiveId" clId="{D6F097CC-77C4-40F2-851A-44B7C6790290}" dt="2020-04-30T23:40:15.654" v="503" actId="1076"/>
          <ac:cxnSpMkLst>
            <pc:docMk/>
            <pc:sldMk cId="2126932460" sldId="257"/>
            <ac:cxnSpMk id="38" creationId="{06D045DF-B83A-4AC4-A11D-266430976FF0}"/>
          </ac:cxnSpMkLst>
        </pc:cxnChg>
        <pc:cxnChg chg="add mod">
          <ac:chgData name="Manish Kumar" userId="a9517e534f492ff6" providerId="LiveId" clId="{D6F097CC-77C4-40F2-851A-44B7C6790290}" dt="2020-04-30T23:39:43.516" v="492" actId="14100"/>
          <ac:cxnSpMkLst>
            <pc:docMk/>
            <pc:sldMk cId="2126932460" sldId="257"/>
            <ac:cxnSpMk id="40" creationId="{AE9F4246-72EB-489B-98F4-B2EF7BA9A1FC}"/>
          </ac:cxnSpMkLst>
        </pc:cxnChg>
        <pc:cxnChg chg="add mod">
          <ac:chgData name="Manish Kumar" userId="a9517e534f492ff6" providerId="LiveId" clId="{D6F097CC-77C4-40F2-851A-44B7C6790290}" dt="2020-04-30T23:39:53.712" v="495" actId="14100"/>
          <ac:cxnSpMkLst>
            <pc:docMk/>
            <pc:sldMk cId="2126932460" sldId="257"/>
            <ac:cxnSpMk id="42" creationId="{B9FA8AF7-2C8D-433F-A454-3117B49C3946}"/>
          </ac:cxnSpMkLst>
        </pc:cxnChg>
        <pc:cxnChg chg="add mod">
          <ac:chgData name="Manish Kumar" userId="a9517e534f492ff6" providerId="LiveId" clId="{D6F097CC-77C4-40F2-851A-44B7C6790290}" dt="2020-04-30T23:41:19.656" v="598" actId="14100"/>
          <ac:cxnSpMkLst>
            <pc:docMk/>
            <pc:sldMk cId="2126932460" sldId="257"/>
            <ac:cxnSpMk id="47" creationId="{79E6DFFD-9059-4DBE-82EB-5BD40FAEDF8F}"/>
          </ac:cxnSpMkLst>
        </pc:cxnChg>
        <pc:cxnChg chg="add mod">
          <ac:chgData name="Manish Kumar" userId="a9517e534f492ff6" providerId="LiveId" clId="{D6F097CC-77C4-40F2-851A-44B7C6790290}" dt="2020-04-30T23:45:11.623" v="723" actId="14100"/>
          <ac:cxnSpMkLst>
            <pc:docMk/>
            <pc:sldMk cId="2126932460" sldId="257"/>
            <ac:cxnSpMk id="49" creationId="{681B1D8F-4967-46EB-89C8-58ACB8494136}"/>
          </ac:cxnSpMkLst>
        </pc:cxnChg>
        <pc:cxnChg chg="add mod">
          <ac:chgData name="Manish Kumar" userId="a9517e534f492ff6" providerId="LiveId" clId="{D6F097CC-77C4-40F2-851A-44B7C6790290}" dt="2020-04-30T23:45:22.573" v="727" actId="14100"/>
          <ac:cxnSpMkLst>
            <pc:docMk/>
            <pc:sldMk cId="2126932460" sldId="257"/>
            <ac:cxnSpMk id="51" creationId="{C25BEB17-A297-403B-8868-2BD484DC05B3}"/>
          </ac:cxnSpMkLst>
        </pc:cxnChg>
        <pc:cxnChg chg="add mod">
          <ac:chgData name="Manish Kumar" userId="a9517e534f492ff6" providerId="LiveId" clId="{D6F097CC-77C4-40F2-851A-44B7C6790290}" dt="2020-04-30T23:52:29.139" v="943" actId="14100"/>
          <ac:cxnSpMkLst>
            <pc:docMk/>
            <pc:sldMk cId="2126932460" sldId="257"/>
            <ac:cxnSpMk id="60" creationId="{065A180E-CEA1-4B3F-A8D3-55BA3E7011E3}"/>
          </ac:cxnSpMkLst>
        </pc:cxnChg>
        <pc:cxnChg chg="add mod">
          <ac:chgData name="Manish Kumar" userId="a9517e534f492ff6" providerId="LiveId" clId="{D6F097CC-77C4-40F2-851A-44B7C6790290}" dt="2020-04-30T23:52:36.779" v="946" actId="14100"/>
          <ac:cxnSpMkLst>
            <pc:docMk/>
            <pc:sldMk cId="2126932460" sldId="257"/>
            <ac:cxnSpMk id="62" creationId="{33A7B870-1B94-42B5-B429-AD024EB24928}"/>
          </ac:cxnSpMkLst>
        </pc:cxnChg>
        <pc:cxnChg chg="add mod">
          <ac:chgData name="Manish Kumar" userId="a9517e534f492ff6" providerId="LiveId" clId="{D6F097CC-77C4-40F2-851A-44B7C6790290}" dt="2020-04-30T23:52:46.081" v="949" actId="14100"/>
          <ac:cxnSpMkLst>
            <pc:docMk/>
            <pc:sldMk cId="2126932460" sldId="257"/>
            <ac:cxnSpMk id="65" creationId="{440B0E26-BFB3-48FA-9101-46C839682DFC}"/>
          </ac:cxnSpMkLst>
        </pc:cxnChg>
        <pc:cxnChg chg="add mod">
          <ac:chgData name="Manish Kumar" userId="a9517e534f492ff6" providerId="LiveId" clId="{D6F097CC-77C4-40F2-851A-44B7C6790290}" dt="2020-04-30T23:53:07.501" v="954" actId="14100"/>
          <ac:cxnSpMkLst>
            <pc:docMk/>
            <pc:sldMk cId="2126932460" sldId="257"/>
            <ac:cxnSpMk id="67" creationId="{13C0B091-3ED0-4B78-B1FA-4931D850F523}"/>
          </ac:cxnSpMkLst>
        </pc:cxnChg>
        <pc:cxnChg chg="add mod">
          <ac:chgData name="Manish Kumar" userId="a9517e534f492ff6" providerId="LiveId" clId="{D6F097CC-77C4-40F2-851A-44B7C6790290}" dt="2020-04-30T23:53:17.902" v="957" actId="14100"/>
          <ac:cxnSpMkLst>
            <pc:docMk/>
            <pc:sldMk cId="2126932460" sldId="257"/>
            <ac:cxnSpMk id="71" creationId="{6FCA2AE0-C697-4882-9333-2B67A070EABB}"/>
          </ac:cxnSpMkLst>
        </pc:cxnChg>
        <pc:cxnChg chg="add mod">
          <ac:chgData name="Manish Kumar" userId="a9517e534f492ff6" providerId="LiveId" clId="{D6F097CC-77C4-40F2-851A-44B7C6790290}" dt="2020-04-30T23:53:25.793" v="960" actId="14100"/>
          <ac:cxnSpMkLst>
            <pc:docMk/>
            <pc:sldMk cId="2126932460" sldId="257"/>
            <ac:cxnSpMk id="74" creationId="{9E44EE11-AFAE-4EB2-9148-B743E9B687AD}"/>
          </ac:cxnSpMkLst>
        </pc:cxnChg>
        <pc:cxnChg chg="add mod">
          <ac:chgData name="Manish Kumar" userId="a9517e534f492ff6" providerId="LiveId" clId="{D6F097CC-77C4-40F2-851A-44B7C6790290}" dt="2020-05-01T00:03:15.284" v="999" actId="14100"/>
          <ac:cxnSpMkLst>
            <pc:docMk/>
            <pc:sldMk cId="2126932460" sldId="257"/>
            <ac:cxnSpMk id="78" creationId="{CF385766-7931-497C-AEE2-DF375FE689C0}"/>
          </ac:cxnSpMkLst>
        </pc:cxnChg>
        <pc:cxnChg chg="add mod">
          <ac:chgData name="Manish Kumar" userId="a9517e534f492ff6" providerId="LiveId" clId="{D6F097CC-77C4-40F2-851A-44B7C6790290}" dt="2020-05-01T00:06:43.251" v="1203" actId="14100"/>
          <ac:cxnSpMkLst>
            <pc:docMk/>
            <pc:sldMk cId="2126932460" sldId="257"/>
            <ac:cxnSpMk id="86" creationId="{2B9A15F8-BDED-49B5-9E6A-401F726E7D5D}"/>
          </ac:cxnSpMkLst>
        </pc:cxnChg>
        <pc:cxnChg chg="add mod">
          <ac:chgData name="Manish Kumar" userId="a9517e534f492ff6" providerId="LiveId" clId="{D6F097CC-77C4-40F2-851A-44B7C6790290}" dt="2020-05-01T00:12:02.997" v="1471" actId="14100"/>
          <ac:cxnSpMkLst>
            <pc:docMk/>
            <pc:sldMk cId="2126932460" sldId="257"/>
            <ac:cxnSpMk id="92" creationId="{C1D8F12F-B726-4D98-9FEB-74446FE0F8F6}"/>
          </ac:cxnSpMkLst>
        </pc:cxnChg>
        <pc:cxnChg chg="add mod">
          <ac:chgData name="Manish Kumar" userId="a9517e534f492ff6" providerId="LiveId" clId="{D6F097CC-77C4-40F2-851A-44B7C6790290}" dt="2020-05-01T00:12:22.787" v="1477" actId="14100"/>
          <ac:cxnSpMkLst>
            <pc:docMk/>
            <pc:sldMk cId="2126932460" sldId="257"/>
            <ac:cxnSpMk id="94" creationId="{3CD2F709-3D0F-4651-A3AF-17B9609981A7}"/>
          </ac:cxnSpMkLst>
        </pc:cxnChg>
        <pc:cxnChg chg="add mod">
          <ac:chgData name="Manish Kumar" userId="a9517e534f492ff6" providerId="LiveId" clId="{D6F097CC-77C4-40F2-851A-44B7C6790290}" dt="2020-05-01T00:12:31.374" v="1480" actId="14100"/>
          <ac:cxnSpMkLst>
            <pc:docMk/>
            <pc:sldMk cId="2126932460" sldId="257"/>
            <ac:cxnSpMk id="97" creationId="{FF884821-6C84-46F1-9DAB-A2B7CB511884}"/>
          </ac:cxnSpMkLst>
        </pc:cxnChg>
        <pc:cxnChg chg="add mod">
          <ac:chgData name="Manish Kumar" userId="a9517e534f492ff6" providerId="LiveId" clId="{D6F097CC-77C4-40F2-851A-44B7C6790290}" dt="2020-05-01T00:12:39.510" v="1483" actId="14100"/>
          <ac:cxnSpMkLst>
            <pc:docMk/>
            <pc:sldMk cId="2126932460" sldId="257"/>
            <ac:cxnSpMk id="100" creationId="{C26A0F6F-B2DC-41CF-AFDD-CA7AD0C769B6}"/>
          </ac:cxnSpMkLst>
        </pc:cxnChg>
        <pc:cxnChg chg="add mod">
          <ac:chgData name="Manish Kumar" userId="a9517e534f492ff6" providerId="LiveId" clId="{D6F097CC-77C4-40F2-851A-44B7C6790290}" dt="2020-05-01T00:13:34.484" v="1487" actId="14100"/>
          <ac:cxnSpMkLst>
            <pc:docMk/>
            <pc:sldMk cId="2126932460" sldId="257"/>
            <ac:cxnSpMk id="102" creationId="{0CF18A13-7C2A-4727-8630-99B0931F76AE}"/>
          </ac:cxnSpMkLst>
        </pc:cxnChg>
        <pc:cxnChg chg="add mod">
          <ac:chgData name="Manish Kumar" userId="a9517e534f492ff6" providerId="LiveId" clId="{D6F097CC-77C4-40F2-851A-44B7C6790290}" dt="2020-05-01T00:13:42.161" v="1490" actId="14100"/>
          <ac:cxnSpMkLst>
            <pc:docMk/>
            <pc:sldMk cId="2126932460" sldId="257"/>
            <ac:cxnSpMk id="104" creationId="{CCF4044F-5983-42D7-A0B7-54CE68CDC784}"/>
          </ac:cxnSpMkLst>
        </pc:cxnChg>
        <pc:cxnChg chg="add mod">
          <ac:chgData name="Manish Kumar" userId="a9517e534f492ff6" providerId="LiveId" clId="{D6F097CC-77C4-40F2-851A-44B7C6790290}" dt="2020-05-01T00:13:49.238" v="1493" actId="14100"/>
          <ac:cxnSpMkLst>
            <pc:docMk/>
            <pc:sldMk cId="2126932460" sldId="257"/>
            <ac:cxnSpMk id="106" creationId="{1B828701-B180-4D22-8953-5D66EEE5015A}"/>
          </ac:cxnSpMkLst>
        </pc:cxnChg>
      </pc:sldChg>
      <pc:sldChg chg="addSp delSp modSp new mod">
        <pc:chgData name="Manish Kumar" userId="a9517e534f492ff6" providerId="LiveId" clId="{D6F097CC-77C4-40F2-851A-44B7C6790290}" dt="2020-05-02T02:36:35.966" v="3430" actId="14100"/>
        <pc:sldMkLst>
          <pc:docMk/>
          <pc:sldMk cId="3775018605" sldId="258"/>
        </pc:sldMkLst>
        <pc:spChg chg="del">
          <ac:chgData name="Manish Kumar" userId="a9517e534f492ff6" providerId="LiveId" clId="{D6F097CC-77C4-40F2-851A-44B7C6790290}" dt="2020-05-02T00:21:18.320" v="1499" actId="478"/>
          <ac:spMkLst>
            <pc:docMk/>
            <pc:sldMk cId="3775018605" sldId="258"/>
            <ac:spMk id="2" creationId="{E2C558EC-AF68-4A14-B470-E4E056A77B00}"/>
          </ac:spMkLst>
        </pc:spChg>
        <pc:spChg chg="del">
          <ac:chgData name="Manish Kumar" userId="a9517e534f492ff6" providerId="LiveId" clId="{D6F097CC-77C4-40F2-851A-44B7C6790290}" dt="2020-05-02T00:21:20.151" v="1500" actId="478"/>
          <ac:spMkLst>
            <pc:docMk/>
            <pc:sldMk cId="3775018605" sldId="258"/>
            <ac:spMk id="3" creationId="{394F7070-6120-4C97-B6E6-F11BF7A23CA3}"/>
          </ac:spMkLst>
        </pc:spChg>
        <pc:spChg chg="add mod">
          <ac:chgData name="Manish Kumar" userId="a9517e534f492ff6" providerId="LiveId" clId="{D6F097CC-77C4-40F2-851A-44B7C6790290}" dt="2020-05-02T01:37:43.544" v="1829" actId="1076"/>
          <ac:spMkLst>
            <pc:docMk/>
            <pc:sldMk cId="3775018605" sldId="258"/>
            <ac:spMk id="4" creationId="{A11EA375-8E15-47B2-9523-D6DA9085A442}"/>
          </ac:spMkLst>
        </pc:spChg>
        <pc:spChg chg="add mod">
          <ac:chgData name="Manish Kumar" userId="a9517e534f492ff6" providerId="LiveId" clId="{D6F097CC-77C4-40F2-851A-44B7C6790290}" dt="2020-05-02T01:33:45.455" v="1607" actId="14100"/>
          <ac:spMkLst>
            <pc:docMk/>
            <pc:sldMk cId="3775018605" sldId="258"/>
            <ac:spMk id="5" creationId="{39A5DBA2-90D1-4156-B177-87C690E9B9AC}"/>
          </ac:spMkLst>
        </pc:spChg>
        <pc:spChg chg="add del">
          <ac:chgData name="Manish Kumar" userId="a9517e534f492ff6" providerId="LiveId" clId="{D6F097CC-77C4-40F2-851A-44B7C6790290}" dt="2020-05-02T01:32:31.093" v="1502" actId="478"/>
          <ac:spMkLst>
            <pc:docMk/>
            <pc:sldMk cId="3775018605" sldId="258"/>
            <ac:spMk id="8" creationId="{B6E50BDE-8B5A-4F0B-87B2-0E41DF99C094}"/>
          </ac:spMkLst>
        </pc:spChg>
        <pc:spChg chg="add del mod">
          <ac:chgData name="Manish Kumar" userId="a9517e534f492ff6" providerId="LiveId" clId="{D6F097CC-77C4-40F2-851A-44B7C6790290}" dt="2020-05-02T01:37:37.149" v="1826" actId="478"/>
          <ac:spMkLst>
            <pc:docMk/>
            <pc:sldMk cId="3775018605" sldId="258"/>
            <ac:spMk id="10" creationId="{E2182177-555E-40B1-9CF6-02C55910DEB0}"/>
          </ac:spMkLst>
        </pc:spChg>
        <pc:spChg chg="add del mod">
          <ac:chgData name="Manish Kumar" userId="a9517e534f492ff6" providerId="LiveId" clId="{D6F097CC-77C4-40F2-851A-44B7C6790290}" dt="2020-05-02T01:37:37.149" v="1826" actId="478"/>
          <ac:spMkLst>
            <pc:docMk/>
            <pc:sldMk cId="3775018605" sldId="258"/>
            <ac:spMk id="11" creationId="{EC09D871-C99D-471C-9AD9-8576F88961CF}"/>
          </ac:spMkLst>
        </pc:spChg>
        <pc:spChg chg="add del mod">
          <ac:chgData name="Manish Kumar" userId="a9517e534f492ff6" providerId="LiveId" clId="{D6F097CC-77C4-40F2-851A-44B7C6790290}" dt="2020-05-02T01:37:34.754" v="1825" actId="478"/>
          <ac:spMkLst>
            <pc:docMk/>
            <pc:sldMk cId="3775018605" sldId="258"/>
            <ac:spMk id="12" creationId="{3441767F-2284-4A96-8BEF-8DF5CE37C4DC}"/>
          </ac:spMkLst>
        </pc:spChg>
        <pc:spChg chg="add mod">
          <ac:chgData name="Manish Kumar" userId="a9517e534f492ff6" providerId="LiveId" clId="{D6F097CC-77C4-40F2-851A-44B7C6790290}" dt="2020-05-02T01:39:16.397" v="1955" actId="20577"/>
          <ac:spMkLst>
            <pc:docMk/>
            <pc:sldMk cId="3775018605" sldId="258"/>
            <ac:spMk id="17" creationId="{0FB096D7-248B-4435-93B6-5578933CA216}"/>
          </ac:spMkLst>
        </pc:spChg>
        <pc:spChg chg="add del mod">
          <ac:chgData name="Manish Kumar" userId="a9517e534f492ff6" providerId="LiveId" clId="{D6F097CC-77C4-40F2-851A-44B7C6790290}" dt="2020-05-02T01:46:13.864" v="2373" actId="478"/>
          <ac:spMkLst>
            <pc:docMk/>
            <pc:sldMk cId="3775018605" sldId="258"/>
            <ac:spMk id="18" creationId="{B66CFA00-F12E-4D28-A275-CD5559EB928E}"/>
          </ac:spMkLst>
        </pc:spChg>
        <pc:spChg chg="add mod">
          <ac:chgData name="Manish Kumar" userId="a9517e534f492ff6" providerId="LiveId" clId="{D6F097CC-77C4-40F2-851A-44B7C6790290}" dt="2020-05-02T01:32:48.173" v="1506" actId="1076"/>
          <ac:spMkLst>
            <pc:docMk/>
            <pc:sldMk cId="3775018605" sldId="258"/>
            <ac:spMk id="23" creationId="{731BD533-B435-49B2-9B6F-D3120CED8C58}"/>
          </ac:spMkLst>
        </pc:spChg>
        <pc:spChg chg="add mod">
          <ac:chgData name="Manish Kumar" userId="a9517e534f492ff6" providerId="LiveId" clId="{D6F097CC-77C4-40F2-851A-44B7C6790290}" dt="2020-05-02T01:40:41.362" v="2006" actId="20577"/>
          <ac:spMkLst>
            <pc:docMk/>
            <pc:sldMk cId="3775018605" sldId="258"/>
            <ac:spMk id="37" creationId="{7C0436B5-6938-421C-8389-89EB93E69607}"/>
          </ac:spMkLst>
        </pc:spChg>
        <pc:spChg chg="add mod">
          <ac:chgData name="Manish Kumar" userId="a9517e534f492ff6" providerId="LiveId" clId="{D6F097CC-77C4-40F2-851A-44B7C6790290}" dt="2020-05-02T01:41:18.988" v="2034" actId="20577"/>
          <ac:spMkLst>
            <pc:docMk/>
            <pc:sldMk cId="3775018605" sldId="258"/>
            <ac:spMk id="38" creationId="{09875A48-FB20-422D-B737-C6501EC29D8B}"/>
          </ac:spMkLst>
        </pc:spChg>
        <pc:spChg chg="add mod">
          <ac:chgData name="Manish Kumar" userId="a9517e534f492ff6" providerId="LiveId" clId="{D6F097CC-77C4-40F2-851A-44B7C6790290}" dt="2020-05-02T01:41:25.337" v="2061" actId="20577"/>
          <ac:spMkLst>
            <pc:docMk/>
            <pc:sldMk cId="3775018605" sldId="258"/>
            <ac:spMk id="39" creationId="{A869EC5F-C602-47D0-982D-61DDA8E4DD1A}"/>
          </ac:spMkLst>
        </pc:spChg>
        <pc:spChg chg="add mod">
          <ac:chgData name="Manish Kumar" userId="a9517e534f492ff6" providerId="LiveId" clId="{D6F097CC-77C4-40F2-851A-44B7C6790290}" dt="2020-05-02T01:41:59.575" v="2090" actId="20577"/>
          <ac:spMkLst>
            <pc:docMk/>
            <pc:sldMk cId="3775018605" sldId="258"/>
            <ac:spMk id="40" creationId="{7A4B8102-6C1A-4336-B74F-C008440D3761}"/>
          </ac:spMkLst>
        </pc:spChg>
        <pc:spChg chg="add mod">
          <ac:chgData name="Manish Kumar" userId="a9517e534f492ff6" providerId="LiveId" clId="{D6F097CC-77C4-40F2-851A-44B7C6790290}" dt="2020-05-02T01:42:18.547" v="2113" actId="20577"/>
          <ac:spMkLst>
            <pc:docMk/>
            <pc:sldMk cId="3775018605" sldId="258"/>
            <ac:spMk id="41" creationId="{BAE5AB1F-7604-47B4-9F4E-19D24E8B47BE}"/>
          </ac:spMkLst>
        </pc:spChg>
        <pc:spChg chg="add mod">
          <ac:chgData name="Manish Kumar" userId="a9517e534f492ff6" providerId="LiveId" clId="{D6F097CC-77C4-40F2-851A-44B7C6790290}" dt="2020-05-02T01:42:37.702" v="2177" actId="20577"/>
          <ac:spMkLst>
            <pc:docMk/>
            <pc:sldMk cId="3775018605" sldId="258"/>
            <ac:spMk id="42" creationId="{038FCE02-D37E-4BE4-B673-278573A158B6}"/>
          </ac:spMkLst>
        </pc:spChg>
        <pc:spChg chg="add mod">
          <ac:chgData name="Manish Kumar" userId="a9517e534f492ff6" providerId="LiveId" clId="{D6F097CC-77C4-40F2-851A-44B7C6790290}" dt="2020-05-02T01:43:01.337" v="2225" actId="20577"/>
          <ac:spMkLst>
            <pc:docMk/>
            <pc:sldMk cId="3775018605" sldId="258"/>
            <ac:spMk id="43" creationId="{E4A0A529-9B64-4CB2-A2EB-0754A4FFDB50}"/>
          </ac:spMkLst>
        </pc:spChg>
        <pc:spChg chg="add mod">
          <ac:chgData name="Manish Kumar" userId="a9517e534f492ff6" providerId="LiveId" clId="{D6F097CC-77C4-40F2-851A-44B7C6790290}" dt="2020-05-02T01:43:25.887" v="2254" actId="20577"/>
          <ac:spMkLst>
            <pc:docMk/>
            <pc:sldMk cId="3775018605" sldId="258"/>
            <ac:spMk id="44" creationId="{0FF3EDA1-9A67-491B-8B9D-7C3620572F5A}"/>
          </ac:spMkLst>
        </pc:spChg>
        <pc:spChg chg="add mod">
          <ac:chgData name="Manish Kumar" userId="a9517e534f492ff6" providerId="LiveId" clId="{D6F097CC-77C4-40F2-851A-44B7C6790290}" dt="2020-05-02T01:43:56.757" v="2303" actId="14100"/>
          <ac:spMkLst>
            <pc:docMk/>
            <pc:sldMk cId="3775018605" sldId="258"/>
            <ac:spMk id="45" creationId="{EDA82F2A-EC1B-4C9E-AF8E-663B56340B80}"/>
          </ac:spMkLst>
        </pc:spChg>
        <pc:spChg chg="add mod">
          <ac:chgData name="Manish Kumar" userId="a9517e534f492ff6" providerId="LiveId" clId="{D6F097CC-77C4-40F2-851A-44B7C6790290}" dt="2020-05-02T01:46:04.926" v="2371" actId="1076"/>
          <ac:spMkLst>
            <pc:docMk/>
            <pc:sldMk cId="3775018605" sldId="258"/>
            <ac:spMk id="46" creationId="{C08FEE94-290A-4CC7-9495-64230795D594}"/>
          </ac:spMkLst>
        </pc:spChg>
        <pc:spChg chg="add mod">
          <ac:chgData name="Manish Kumar" userId="a9517e534f492ff6" providerId="LiveId" clId="{D6F097CC-77C4-40F2-851A-44B7C6790290}" dt="2020-05-02T02:05:39.155" v="2618" actId="20577"/>
          <ac:spMkLst>
            <pc:docMk/>
            <pc:sldMk cId="3775018605" sldId="258"/>
            <ac:spMk id="75" creationId="{62DFAAC7-DB45-4602-82F1-89D4BF84342B}"/>
          </ac:spMkLst>
        </pc:spChg>
        <pc:spChg chg="add mod">
          <ac:chgData name="Manish Kumar" userId="a9517e534f492ff6" providerId="LiveId" clId="{D6F097CC-77C4-40F2-851A-44B7C6790290}" dt="2020-05-02T01:55:00.418" v="2496" actId="20577"/>
          <ac:spMkLst>
            <pc:docMk/>
            <pc:sldMk cId="3775018605" sldId="258"/>
            <ac:spMk id="79" creationId="{DBE17CFE-BD08-4137-932D-02C5EA8D3B31}"/>
          </ac:spMkLst>
        </pc:spChg>
        <pc:spChg chg="add mod">
          <ac:chgData name="Manish Kumar" userId="a9517e534f492ff6" providerId="LiveId" clId="{D6F097CC-77C4-40F2-851A-44B7C6790290}" dt="2020-05-02T02:05:02.990" v="2564" actId="20577"/>
          <ac:spMkLst>
            <pc:docMk/>
            <pc:sldMk cId="3775018605" sldId="258"/>
            <ac:spMk id="80" creationId="{CD85B674-BFAE-4186-9083-043868F28857}"/>
          </ac:spMkLst>
        </pc:spChg>
        <pc:spChg chg="add mod">
          <ac:chgData name="Manish Kumar" userId="a9517e534f492ff6" providerId="LiveId" clId="{D6F097CC-77C4-40F2-851A-44B7C6790290}" dt="2020-05-02T02:05:16.774" v="2566" actId="1076"/>
          <ac:spMkLst>
            <pc:docMk/>
            <pc:sldMk cId="3775018605" sldId="258"/>
            <ac:spMk id="81" creationId="{D4BC46DD-B440-4384-9E0D-A0420303D3EC}"/>
          </ac:spMkLst>
        </pc:spChg>
        <pc:spChg chg="add mod">
          <ac:chgData name="Manish Kumar" userId="a9517e534f492ff6" providerId="LiveId" clId="{D6F097CC-77C4-40F2-851A-44B7C6790290}" dt="2020-05-02T02:07:03.656" v="2669" actId="20577"/>
          <ac:spMkLst>
            <pc:docMk/>
            <pc:sldMk cId="3775018605" sldId="258"/>
            <ac:spMk id="83" creationId="{2910EEC4-BC4E-4222-A9AC-657E3D5B4757}"/>
          </ac:spMkLst>
        </pc:spChg>
        <pc:spChg chg="add mod">
          <ac:chgData name="Manish Kumar" userId="a9517e534f492ff6" providerId="LiveId" clId="{D6F097CC-77C4-40F2-851A-44B7C6790290}" dt="2020-05-02T02:09:06.383" v="2786" actId="14100"/>
          <ac:spMkLst>
            <pc:docMk/>
            <pc:sldMk cId="3775018605" sldId="258"/>
            <ac:spMk id="84" creationId="{BBC19A23-E180-49F7-8AD3-B3C79D756D72}"/>
          </ac:spMkLst>
        </pc:spChg>
        <pc:spChg chg="add mod">
          <ac:chgData name="Manish Kumar" userId="a9517e534f492ff6" providerId="LiveId" clId="{D6F097CC-77C4-40F2-851A-44B7C6790290}" dt="2020-05-02T02:10:11.200" v="2866" actId="14100"/>
          <ac:spMkLst>
            <pc:docMk/>
            <pc:sldMk cId="3775018605" sldId="258"/>
            <ac:spMk id="85" creationId="{7CBE29E5-7700-4DA9-A621-2D16CEDA2415}"/>
          </ac:spMkLst>
        </pc:spChg>
        <pc:spChg chg="add mod">
          <ac:chgData name="Manish Kumar" userId="a9517e534f492ff6" providerId="LiveId" clId="{D6F097CC-77C4-40F2-851A-44B7C6790290}" dt="2020-05-02T02:11:27.075" v="2962" actId="14100"/>
          <ac:spMkLst>
            <pc:docMk/>
            <pc:sldMk cId="3775018605" sldId="258"/>
            <ac:spMk id="86" creationId="{BB65D616-D7D0-41D5-B686-7FDC4298D61F}"/>
          </ac:spMkLst>
        </pc:spChg>
        <pc:spChg chg="add mod">
          <ac:chgData name="Manish Kumar" userId="a9517e534f492ff6" providerId="LiveId" clId="{D6F097CC-77C4-40F2-851A-44B7C6790290}" dt="2020-05-02T02:11:34.946" v="2964" actId="1076"/>
          <ac:spMkLst>
            <pc:docMk/>
            <pc:sldMk cId="3775018605" sldId="258"/>
            <ac:spMk id="87" creationId="{690BFDC8-07A5-49A2-BC9A-D72315FB7702}"/>
          </ac:spMkLst>
        </pc:spChg>
        <pc:spChg chg="add mod">
          <ac:chgData name="Manish Kumar" userId="a9517e534f492ff6" providerId="LiveId" clId="{D6F097CC-77C4-40F2-851A-44B7C6790290}" dt="2020-05-02T02:36:24.590" v="3427" actId="20577"/>
          <ac:spMkLst>
            <pc:docMk/>
            <pc:sldMk cId="3775018605" sldId="258"/>
            <ac:spMk id="115" creationId="{968EC6F7-3070-447C-8BBA-08E2683584ED}"/>
          </ac:spMkLst>
        </pc:spChg>
        <pc:cxnChg chg="add mod">
          <ac:chgData name="Manish Kumar" userId="a9517e534f492ff6" providerId="LiveId" clId="{D6F097CC-77C4-40F2-851A-44B7C6790290}" dt="2020-05-02T01:33:45.455" v="1607" actId="14100"/>
          <ac:cxnSpMkLst>
            <pc:docMk/>
            <pc:sldMk cId="3775018605" sldId="258"/>
            <ac:cxnSpMk id="6" creationId="{97551149-018C-489F-AF38-91FB383D6162}"/>
          </ac:cxnSpMkLst>
        </pc:cxnChg>
        <pc:cxnChg chg="add mod">
          <ac:chgData name="Manish Kumar" userId="a9517e534f492ff6" providerId="LiveId" clId="{D6F097CC-77C4-40F2-851A-44B7C6790290}" dt="2020-05-02T01:37:43.544" v="1829" actId="1076"/>
          <ac:cxnSpMkLst>
            <pc:docMk/>
            <pc:sldMk cId="3775018605" sldId="258"/>
            <ac:cxnSpMk id="7" creationId="{F5D4572E-827A-45DE-9172-236FB1D51CEF}"/>
          </ac:cxnSpMkLst>
        </pc:cxnChg>
        <pc:cxnChg chg="add del mod">
          <ac:chgData name="Manish Kumar" userId="a9517e534f492ff6" providerId="LiveId" clId="{D6F097CC-77C4-40F2-851A-44B7C6790290}" dt="2020-05-02T01:32:33.632" v="1503" actId="478"/>
          <ac:cxnSpMkLst>
            <pc:docMk/>
            <pc:sldMk cId="3775018605" sldId="258"/>
            <ac:cxnSpMk id="9" creationId="{81B9A450-E572-4EEA-9E4F-CF52893C8459}"/>
          </ac:cxnSpMkLst>
        </pc:cxnChg>
        <pc:cxnChg chg="add del mod">
          <ac:chgData name="Manish Kumar" userId="a9517e534f492ff6" providerId="LiveId" clId="{D6F097CC-77C4-40F2-851A-44B7C6790290}" dt="2020-05-02T01:37:37.149" v="1826" actId="478"/>
          <ac:cxnSpMkLst>
            <pc:docMk/>
            <pc:sldMk cId="3775018605" sldId="258"/>
            <ac:cxnSpMk id="13" creationId="{375C9199-0836-4570-8AA8-6B95C93BE290}"/>
          </ac:cxnSpMkLst>
        </pc:cxnChg>
        <pc:cxnChg chg="add del mod">
          <ac:chgData name="Manish Kumar" userId="a9517e534f492ff6" providerId="LiveId" clId="{D6F097CC-77C4-40F2-851A-44B7C6790290}" dt="2020-05-02T01:37:37.149" v="1826" actId="478"/>
          <ac:cxnSpMkLst>
            <pc:docMk/>
            <pc:sldMk cId="3775018605" sldId="258"/>
            <ac:cxnSpMk id="14" creationId="{43778DB5-F30E-4A38-AEA1-7C156B2A8905}"/>
          </ac:cxnSpMkLst>
        </pc:cxnChg>
        <pc:cxnChg chg="add del mod">
          <ac:chgData name="Manish Kumar" userId="a9517e534f492ff6" providerId="LiveId" clId="{D6F097CC-77C4-40F2-851A-44B7C6790290}" dt="2020-05-02T01:37:37.149" v="1826" actId="478"/>
          <ac:cxnSpMkLst>
            <pc:docMk/>
            <pc:sldMk cId="3775018605" sldId="258"/>
            <ac:cxnSpMk id="15" creationId="{6E065BDE-D849-42F9-9BDE-DB2152A2EBDE}"/>
          </ac:cxnSpMkLst>
        </pc:cxnChg>
        <pc:cxnChg chg="add del mod">
          <ac:chgData name="Manish Kumar" userId="a9517e534f492ff6" providerId="LiveId" clId="{D6F097CC-77C4-40F2-851A-44B7C6790290}" dt="2020-05-02T01:37:38.459" v="1827" actId="478"/>
          <ac:cxnSpMkLst>
            <pc:docMk/>
            <pc:sldMk cId="3775018605" sldId="258"/>
            <ac:cxnSpMk id="16" creationId="{3C173D48-20EA-480A-8FF6-739437E4E64A}"/>
          </ac:cxnSpMkLst>
        </pc:cxnChg>
        <pc:cxnChg chg="add del mod">
          <ac:chgData name="Manish Kumar" userId="a9517e534f492ff6" providerId="LiveId" clId="{D6F097CC-77C4-40F2-851A-44B7C6790290}" dt="2020-05-02T01:46:15.289" v="2374" actId="478"/>
          <ac:cxnSpMkLst>
            <pc:docMk/>
            <pc:sldMk cId="3775018605" sldId="258"/>
            <ac:cxnSpMk id="19" creationId="{CE3411A7-96EF-42A6-943F-AECFE5627CCB}"/>
          </ac:cxnSpMkLst>
        </pc:cxnChg>
        <pc:cxnChg chg="add del mod">
          <ac:chgData name="Manish Kumar" userId="a9517e534f492ff6" providerId="LiveId" clId="{D6F097CC-77C4-40F2-851A-44B7C6790290}" dt="2020-05-02T01:46:17.746" v="2375" actId="478"/>
          <ac:cxnSpMkLst>
            <pc:docMk/>
            <pc:sldMk cId="3775018605" sldId="258"/>
            <ac:cxnSpMk id="20" creationId="{F23AE9E4-F86F-42DB-873C-586D28028264}"/>
          </ac:cxnSpMkLst>
        </pc:cxnChg>
        <pc:cxnChg chg="add mod">
          <ac:chgData name="Manish Kumar" userId="a9517e534f492ff6" providerId="LiveId" clId="{D6F097CC-77C4-40F2-851A-44B7C6790290}" dt="2020-05-02T01:38:04.945" v="1836" actId="14100"/>
          <ac:cxnSpMkLst>
            <pc:docMk/>
            <pc:sldMk cId="3775018605" sldId="258"/>
            <ac:cxnSpMk id="21" creationId="{C04A986C-4086-4710-B02B-E5123D9B7A5D}"/>
          </ac:cxnSpMkLst>
        </pc:cxnChg>
        <pc:cxnChg chg="add del mod">
          <ac:chgData name="Manish Kumar" userId="a9517e534f492ff6" providerId="LiveId" clId="{D6F097CC-77C4-40F2-851A-44B7C6790290}" dt="2020-05-02T01:37:04.918" v="1781" actId="478"/>
          <ac:cxnSpMkLst>
            <pc:docMk/>
            <pc:sldMk cId="3775018605" sldId="258"/>
            <ac:cxnSpMk id="22" creationId="{73AFF6EA-D1A2-4EE6-86B3-E9C6EC348B8C}"/>
          </ac:cxnSpMkLst>
        </pc:cxnChg>
        <pc:cxnChg chg="add mod">
          <ac:chgData name="Manish Kumar" userId="a9517e534f492ff6" providerId="LiveId" clId="{D6F097CC-77C4-40F2-851A-44B7C6790290}" dt="2020-05-02T01:44:29.104" v="2341" actId="14100"/>
          <ac:cxnSpMkLst>
            <pc:docMk/>
            <pc:sldMk cId="3775018605" sldId="258"/>
            <ac:cxnSpMk id="47" creationId="{8B59A04C-6017-4348-A46E-2E73FDD4160B}"/>
          </ac:cxnSpMkLst>
        </pc:cxnChg>
        <pc:cxnChg chg="add mod">
          <ac:chgData name="Manish Kumar" userId="a9517e534f492ff6" providerId="LiveId" clId="{D6F097CC-77C4-40F2-851A-44B7C6790290}" dt="2020-05-02T01:44:41.365" v="2346" actId="14100"/>
          <ac:cxnSpMkLst>
            <pc:docMk/>
            <pc:sldMk cId="3775018605" sldId="258"/>
            <ac:cxnSpMk id="49" creationId="{DB016967-A3A4-4074-B4FB-C82827B7821C}"/>
          </ac:cxnSpMkLst>
        </pc:cxnChg>
        <pc:cxnChg chg="add mod">
          <ac:chgData name="Manish Kumar" userId="a9517e534f492ff6" providerId="LiveId" clId="{D6F097CC-77C4-40F2-851A-44B7C6790290}" dt="2020-05-02T01:44:49.046" v="2349" actId="14100"/>
          <ac:cxnSpMkLst>
            <pc:docMk/>
            <pc:sldMk cId="3775018605" sldId="258"/>
            <ac:cxnSpMk id="54" creationId="{D380E34A-2A1D-4C43-BF1C-76A5C2A55BF0}"/>
          </ac:cxnSpMkLst>
        </pc:cxnChg>
        <pc:cxnChg chg="add mod">
          <ac:chgData name="Manish Kumar" userId="a9517e534f492ff6" providerId="LiveId" clId="{D6F097CC-77C4-40F2-851A-44B7C6790290}" dt="2020-05-02T01:44:57.664" v="2352" actId="14100"/>
          <ac:cxnSpMkLst>
            <pc:docMk/>
            <pc:sldMk cId="3775018605" sldId="258"/>
            <ac:cxnSpMk id="57" creationId="{A624FEDF-8C8C-4BBE-9CF2-6CC226619274}"/>
          </ac:cxnSpMkLst>
        </pc:cxnChg>
        <pc:cxnChg chg="add mod">
          <ac:chgData name="Manish Kumar" userId="a9517e534f492ff6" providerId="LiveId" clId="{D6F097CC-77C4-40F2-851A-44B7C6790290}" dt="2020-05-02T01:45:09.845" v="2355" actId="14100"/>
          <ac:cxnSpMkLst>
            <pc:docMk/>
            <pc:sldMk cId="3775018605" sldId="258"/>
            <ac:cxnSpMk id="60" creationId="{071A1CC4-6030-46F5-86B7-589E72F5A822}"/>
          </ac:cxnSpMkLst>
        </pc:cxnChg>
        <pc:cxnChg chg="add mod">
          <ac:chgData name="Manish Kumar" userId="a9517e534f492ff6" providerId="LiveId" clId="{D6F097CC-77C4-40F2-851A-44B7C6790290}" dt="2020-05-02T01:45:22.633" v="2358" actId="14100"/>
          <ac:cxnSpMkLst>
            <pc:docMk/>
            <pc:sldMk cId="3775018605" sldId="258"/>
            <ac:cxnSpMk id="63" creationId="{63864AD4-8773-4B95-AB6C-C19EEFA59EFF}"/>
          </ac:cxnSpMkLst>
        </pc:cxnChg>
        <pc:cxnChg chg="add mod">
          <ac:chgData name="Manish Kumar" userId="a9517e534f492ff6" providerId="LiveId" clId="{D6F097CC-77C4-40F2-851A-44B7C6790290}" dt="2020-05-02T01:45:31.283" v="2361" actId="14100"/>
          <ac:cxnSpMkLst>
            <pc:docMk/>
            <pc:sldMk cId="3775018605" sldId="258"/>
            <ac:cxnSpMk id="66" creationId="{39942371-46A9-4064-8D81-D1DEFC349AC9}"/>
          </ac:cxnSpMkLst>
        </pc:cxnChg>
        <pc:cxnChg chg="add mod">
          <ac:chgData name="Manish Kumar" userId="a9517e534f492ff6" providerId="LiveId" clId="{D6F097CC-77C4-40F2-851A-44B7C6790290}" dt="2020-05-02T01:45:39.850" v="2364" actId="14100"/>
          <ac:cxnSpMkLst>
            <pc:docMk/>
            <pc:sldMk cId="3775018605" sldId="258"/>
            <ac:cxnSpMk id="68" creationId="{7C2437CA-7D90-464B-A6C2-BA941F697CA3}"/>
          </ac:cxnSpMkLst>
        </pc:cxnChg>
        <pc:cxnChg chg="add mod">
          <ac:chgData name="Manish Kumar" userId="a9517e534f492ff6" providerId="LiveId" clId="{D6F097CC-77C4-40F2-851A-44B7C6790290}" dt="2020-05-02T01:46:08.249" v="2372" actId="14100"/>
          <ac:cxnSpMkLst>
            <pc:docMk/>
            <pc:sldMk cId="3775018605" sldId="258"/>
            <ac:cxnSpMk id="70" creationId="{0AA344E1-E3C5-4620-87D7-608E9CD58CF4}"/>
          </ac:cxnSpMkLst>
        </pc:cxnChg>
        <pc:cxnChg chg="add mod">
          <ac:chgData name="Manish Kumar" userId="a9517e534f492ff6" providerId="LiveId" clId="{D6F097CC-77C4-40F2-851A-44B7C6790290}" dt="2020-05-02T01:46:01.567" v="2370" actId="14100"/>
          <ac:cxnSpMkLst>
            <pc:docMk/>
            <pc:sldMk cId="3775018605" sldId="258"/>
            <ac:cxnSpMk id="72" creationId="{D1A64DB7-0974-4987-852F-D56FDDC4031C}"/>
          </ac:cxnSpMkLst>
        </pc:cxnChg>
        <pc:cxnChg chg="add mod">
          <ac:chgData name="Manish Kumar" userId="a9517e534f492ff6" providerId="LiveId" clId="{D6F097CC-77C4-40F2-851A-44B7C6790290}" dt="2020-05-02T02:05:20.306" v="2567" actId="1076"/>
          <ac:cxnSpMkLst>
            <pc:docMk/>
            <pc:sldMk cId="3775018605" sldId="258"/>
            <ac:cxnSpMk id="76" creationId="{40FD4F31-603C-48D8-8636-C490DB40B36A}"/>
          </ac:cxnSpMkLst>
        </pc:cxnChg>
        <pc:cxnChg chg="add mod">
          <ac:chgData name="Manish Kumar" userId="a9517e534f492ff6" providerId="LiveId" clId="{D6F097CC-77C4-40F2-851A-44B7C6790290}" dt="2020-05-02T02:11:44.250" v="2967" actId="14100"/>
          <ac:cxnSpMkLst>
            <pc:docMk/>
            <pc:sldMk cId="3775018605" sldId="258"/>
            <ac:cxnSpMk id="88" creationId="{078E2E43-101F-44D5-A870-D8B24D957C7D}"/>
          </ac:cxnSpMkLst>
        </pc:cxnChg>
        <pc:cxnChg chg="add mod">
          <ac:chgData name="Manish Kumar" userId="a9517e534f492ff6" providerId="LiveId" clId="{D6F097CC-77C4-40F2-851A-44B7C6790290}" dt="2020-05-02T02:11:51.588" v="2970" actId="14100"/>
          <ac:cxnSpMkLst>
            <pc:docMk/>
            <pc:sldMk cId="3775018605" sldId="258"/>
            <ac:cxnSpMk id="90" creationId="{2296862B-EA3F-47CC-9B5E-CE8C9A92CEA4}"/>
          </ac:cxnSpMkLst>
        </pc:cxnChg>
        <pc:cxnChg chg="add mod">
          <ac:chgData name="Manish Kumar" userId="a9517e534f492ff6" providerId="LiveId" clId="{D6F097CC-77C4-40F2-851A-44B7C6790290}" dt="2020-05-02T02:11:57.214" v="2973" actId="14100"/>
          <ac:cxnSpMkLst>
            <pc:docMk/>
            <pc:sldMk cId="3775018605" sldId="258"/>
            <ac:cxnSpMk id="93" creationId="{F3AC31D2-A532-49EF-BD74-620D34E7C17A}"/>
          </ac:cxnSpMkLst>
        </pc:cxnChg>
        <pc:cxnChg chg="add mod">
          <ac:chgData name="Manish Kumar" userId="a9517e534f492ff6" providerId="LiveId" clId="{D6F097CC-77C4-40F2-851A-44B7C6790290}" dt="2020-05-02T02:12:03.482" v="2976" actId="14100"/>
          <ac:cxnSpMkLst>
            <pc:docMk/>
            <pc:sldMk cId="3775018605" sldId="258"/>
            <ac:cxnSpMk id="96" creationId="{AA0E63DA-031F-4E4C-B384-1F562A1A99CC}"/>
          </ac:cxnSpMkLst>
        </pc:cxnChg>
        <pc:cxnChg chg="add mod">
          <ac:chgData name="Manish Kumar" userId="a9517e534f492ff6" providerId="LiveId" clId="{D6F097CC-77C4-40F2-851A-44B7C6790290}" dt="2020-05-02T02:12:13.763" v="2980" actId="14100"/>
          <ac:cxnSpMkLst>
            <pc:docMk/>
            <pc:sldMk cId="3775018605" sldId="258"/>
            <ac:cxnSpMk id="99" creationId="{32248D07-F579-40DD-9AAA-17861A9B6BFD}"/>
          </ac:cxnSpMkLst>
        </pc:cxnChg>
        <pc:cxnChg chg="add mod">
          <ac:chgData name="Manish Kumar" userId="a9517e534f492ff6" providerId="LiveId" clId="{D6F097CC-77C4-40F2-851A-44B7C6790290}" dt="2020-05-02T02:12:21.034" v="2983" actId="14100"/>
          <ac:cxnSpMkLst>
            <pc:docMk/>
            <pc:sldMk cId="3775018605" sldId="258"/>
            <ac:cxnSpMk id="103" creationId="{33E8E110-47D1-4E59-B82C-FBEEC0FA02E3}"/>
          </ac:cxnSpMkLst>
        </pc:cxnChg>
        <pc:cxnChg chg="add mod">
          <ac:chgData name="Manish Kumar" userId="a9517e534f492ff6" providerId="LiveId" clId="{D6F097CC-77C4-40F2-851A-44B7C6790290}" dt="2020-05-02T02:12:29.011" v="2986" actId="14100"/>
          <ac:cxnSpMkLst>
            <pc:docMk/>
            <pc:sldMk cId="3775018605" sldId="258"/>
            <ac:cxnSpMk id="106" creationId="{3BCBC599-DD57-4498-971F-C731C9A4C5BA}"/>
          </ac:cxnSpMkLst>
        </pc:cxnChg>
        <pc:cxnChg chg="add mod">
          <ac:chgData name="Manish Kumar" userId="a9517e534f492ff6" providerId="LiveId" clId="{D6F097CC-77C4-40F2-851A-44B7C6790290}" dt="2020-05-02T02:12:37.742" v="2989" actId="14100"/>
          <ac:cxnSpMkLst>
            <pc:docMk/>
            <pc:sldMk cId="3775018605" sldId="258"/>
            <ac:cxnSpMk id="109" creationId="{E5883FEF-8DA5-4842-91EE-248E2D682D4F}"/>
          </ac:cxnSpMkLst>
        </pc:cxnChg>
        <pc:cxnChg chg="add mod">
          <ac:chgData name="Manish Kumar" userId="a9517e534f492ff6" providerId="LiveId" clId="{D6F097CC-77C4-40F2-851A-44B7C6790290}" dt="2020-05-02T02:36:35.966" v="3430" actId="14100"/>
          <ac:cxnSpMkLst>
            <pc:docMk/>
            <pc:sldMk cId="3775018605" sldId="258"/>
            <ac:cxnSpMk id="116" creationId="{B07F795A-1037-4234-8812-730BEB1EE69E}"/>
          </ac:cxnSpMkLst>
        </pc:cxnChg>
      </pc:sldChg>
      <pc:sldChg chg="addSp delSp modSp new mod">
        <pc:chgData name="Manish Kumar" userId="a9517e534f492ff6" providerId="LiveId" clId="{D6F097CC-77C4-40F2-851A-44B7C6790290}" dt="2020-05-02T02:35:25.767" v="3349" actId="14100"/>
        <pc:sldMkLst>
          <pc:docMk/>
          <pc:sldMk cId="222553816" sldId="259"/>
        </pc:sldMkLst>
        <pc:spChg chg="del mod">
          <ac:chgData name="Manish Kumar" userId="a9517e534f492ff6" providerId="LiveId" clId="{D6F097CC-77C4-40F2-851A-44B7C6790290}" dt="2020-05-02T02:13:55.221" v="2992" actId="478"/>
          <ac:spMkLst>
            <pc:docMk/>
            <pc:sldMk cId="222553816" sldId="259"/>
            <ac:spMk id="2" creationId="{F9E7EF89-C1F1-48F9-80D5-033953A3D5EB}"/>
          </ac:spMkLst>
        </pc:spChg>
        <pc:spChg chg="del">
          <ac:chgData name="Manish Kumar" userId="a9517e534f492ff6" providerId="LiveId" clId="{D6F097CC-77C4-40F2-851A-44B7C6790290}" dt="2020-05-02T02:13:57.544" v="2993" actId="478"/>
          <ac:spMkLst>
            <pc:docMk/>
            <pc:sldMk cId="222553816" sldId="259"/>
            <ac:spMk id="3" creationId="{AA2BCB57-81BB-4C78-8FFF-B0C7ACB4FE0E}"/>
          </ac:spMkLst>
        </pc:spChg>
        <pc:spChg chg="add mod">
          <ac:chgData name="Manish Kumar" userId="a9517e534f492ff6" providerId="LiveId" clId="{D6F097CC-77C4-40F2-851A-44B7C6790290}" dt="2020-05-02T02:14:17.876" v="2997" actId="207"/>
          <ac:spMkLst>
            <pc:docMk/>
            <pc:sldMk cId="222553816" sldId="259"/>
            <ac:spMk id="4" creationId="{834F91A5-4872-46F5-9E6F-7326B1BCFF4C}"/>
          </ac:spMkLst>
        </pc:spChg>
        <pc:spChg chg="add mod">
          <ac:chgData name="Manish Kumar" userId="a9517e534f492ff6" providerId="LiveId" clId="{D6F097CC-77C4-40F2-851A-44B7C6790290}" dt="2020-05-02T02:20:01.418" v="3018" actId="20577"/>
          <ac:spMkLst>
            <pc:docMk/>
            <pc:sldMk cId="222553816" sldId="259"/>
            <ac:spMk id="5" creationId="{4CCE575E-B04A-46A3-82FF-7C037328B09E}"/>
          </ac:spMkLst>
        </pc:spChg>
        <pc:spChg chg="add mod">
          <ac:chgData name="Manish Kumar" userId="a9517e534f492ff6" providerId="LiveId" clId="{D6F097CC-77C4-40F2-851A-44B7C6790290}" dt="2020-05-02T02:27:47.671" v="3250" actId="1076"/>
          <ac:spMkLst>
            <pc:docMk/>
            <pc:sldMk cId="222553816" sldId="259"/>
            <ac:spMk id="6" creationId="{65C9818E-6AB5-4256-B1E7-04116934A49F}"/>
          </ac:spMkLst>
        </pc:spChg>
        <pc:spChg chg="add del mod">
          <ac:chgData name="Manish Kumar" userId="a9517e534f492ff6" providerId="LiveId" clId="{D6F097CC-77C4-40F2-851A-44B7C6790290}" dt="2020-05-02T02:27:42.079" v="3248" actId="478"/>
          <ac:spMkLst>
            <pc:docMk/>
            <pc:sldMk cId="222553816" sldId="259"/>
            <ac:spMk id="7" creationId="{05D5C5DB-0A86-4189-9DE1-7FD473334192}"/>
          </ac:spMkLst>
        </pc:spChg>
        <pc:spChg chg="add mod">
          <ac:chgData name="Manish Kumar" userId="a9517e534f492ff6" providerId="LiveId" clId="{D6F097CC-77C4-40F2-851A-44B7C6790290}" dt="2020-05-02T02:28:15.381" v="3255" actId="1076"/>
          <ac:spMkLst>
            <pc:docMk/>
            <pc:sldMk cId="222553816" sldId="259"/>
            <ac:spMk id="8" creationId="{8D32133F-AB43-4DF3-9C2A-6F174CFD5936}"/>
          </ac:spMkLst>
        </pc:spChg>
        <pc:spChg chg="add mod">
          <ac:chgData name="Manish Kumar" userId="a9517e534f492ff6" providerId="LiveId" clId="{D6F097CC-77C4-40F2-851A-44B7C6790290}" dt="2020-05-02T02:35:11.725" v="3346" actId="20577"/>
          <ac:spMkLst>
            <pc:docMk/>
            <pc:sldMk cId="222553816" sldId="259"/>
            <ac:spMk id="26" creationId="{186EF8A6-9C73-4ADB-99CE-3137B073BE5D}"/>
          </ac:spMkLst>
        </pc:spChg>
        <pc:cxnChg chg="add mod">
          <ac:chgData name="Manish Kumar" userId="a9517e534f492ff6" providerId="LiveId" clId="{D6F097CC-77C4-40F2-851A-44B7C6790290}" dt="2020-05-02T02:24:00.279" v="3238" actId="14100"/>
          <ac:cxnSpMkLst>
            <pc:docMk/>
            <pc:sldMk cId="222553816" sldId="259"/>
            <ac:cxnSpMk id="9" creationId="{05816D8B-FBCF-41AC-809B-259FF2464AE4}"/>
          </ac:cxnSpMkLst>
        </pc:cxnChg>
        <pc:cxnChg chg="add mod">
          <ac:chgData name="Manish Kumar" userId="a9517e534f492ff6" providerId="LiveId" clId="{D6F097CC-77C4-40F2-851A-44B7C6790290}" dt="2020-05-02T02:28:15.381" v="3255" actId="1076"/>
          <ac:cxnSpMkLst>
            <pc:docMk/>
            <pc:sldMk cId="222553816" sldId="259"/>
            <ac:cxnSpMk id="12" creationId="{4AC0A074-F430-484B-AE4C-D4900DAB25A2}"/>
          </ac:cxnSpMkLst>
        </pc:cxnChg>
        <pc:cxnChg chg="add mod">
          <ac:chgData name="Manish Kumar" userId="a9517e534f492ff6" providerId="LiveId" clId="{D6F097CC-77C4-40F2-851A-44B7C6790290}" dt="2020-05-02T02:27:50.837" v="3251" actId="14100"/>
          <ac:cxnSpMkLst>
            <pc:docMk/>
            <pc:sldMk cId="222553816" sldId="259"/>
            <ac:cxnSpMk id="14" creationId="{C4334850-03C9-4145-B4D0-C1D0930D1A93}"/>
          </ac:cxnSpMkLst>
        </pc:cxnChg>
        <pc:cxnChg chg="add del mod">
          <ac:chgData name="Manish Kumar" userId="a9517e534f492ff6" providerId="LiveId" clId="{D6F097CC-77C4-40F2-851A-44B7C6790290}" dt="2020-05-02T02:27:44.072" v="3249" actId="478"/>
          <ac:cxnSpMkLst>
            <pc:docMk/>
            <pc:sldMk cId="222553816" sldId="259"/>
            <ac:cxnSpMk id="16" creationId="{CE685075-5664-4FA1-864C-7AB8FF10D604}"/>
          </ac:cxnSpMkLst>
        </pc:cxnChg>
        <pc:cxnChg chg="add mod">
          <ac:chgData name="Manish Kumar" userId="a9517e534f492ff6" providerId="LiveId" clId="{D6F097CC-77C4-40F2-851A-44B7C6790290}" dt="2020-05-02T02:35:25.767" v="3349" actId="14100"/>
          <ac:cxnSpMkLst>
            <pc:docMk/>
            <pc:sldMk cId="222553816" sldId="259"/>
            <ac:cxnSpMk id="28" creationId="{7879A628-BB5C-4632-B8AE-83DCCDBB1D46}"/>
          </ac:cxnSpMkLst>
        </pc:cxnChg>
      </pc:sldChg>
      <pc:sldMasterChg chg="modSp modSldLayout">
        <pc:chgData name="Manish Kumar" userId="a9517e534f492ff6" providerId="LiveId" clId="{D6F097CC-77C4-40F2-851A-44B7C6790290}" dt="2020-04-30T23:25:03.526" v="17"/>
        <pc:sldMasterMkLst>
          <pc:docMk/>
          <pc:sldMasterMk cId="3980453322" sldId="2147483648"/>
        </pc:sldMasterMkLst>
        <pc:spChg chg="mod">
          <ac:chgData name="Manish Kumar" userId="a9517e534f492ff6" providerId="LiveId" clId="{D6F097CC-77C4-40F2-851A-44B7C6790290}" dt="2020-04-30T23:25:03.526" v="17"/>
          <ac:spMkLst>
            <pc:docMk/>
            <pc:sldMasterMk cId="3980453322" sldId="2147483648"/>
            <ac:spMk id="2" creationId="{A70780EF-310F-415A-8C50-25363266EAFA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asterMk cId="3980453322" sldId="2147483648"/>
            <ac:spMk id="3" creationId="{A13E9149-F3F3-4447-9A0E-9CB89FF23C10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asterMk cId="3980453322" sldId="2147483648"/>
            <ac:spMk id="4" creationId="{4E719CD6-DBAD-49B3-B214-292EF62C0BE9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asterMk cId="3980453322" sldId="2147483648"/>
            <ac:spMk id="5" creationId="{BACE9203-2D3C-43EB-8D39-3148FCCC6E50}"/>
          </ac:spMkLst>
        </pc:spChg>
        <pc:spChg chg="mod">
          <ac:chgData name="Manish Kumar" userId="a9517e534f492ff6" providerId="LiveId" clId="{D6F097CC-77C4-40F2-851A-44B7C6790290}" dt="2020-04-30T23:25:03.526" v="17"/>
          <ac:spMkLst>
            <pc:docMk/>
            <pc:sldMasterMk cId="3980453322" sldId="2147483648"/>
            <ac:spMk id="6" creationId="{305D73A2-E8F3-4D04-8E2E-1F7E6B4619F8}"/>
          </ac:spMkLst>
        </pc:spChg>
        <pc:sldLayoutChg chg="modSp">
          <pc:chgData name="Manish Kumar" userId="a9517e534f492ff6" providerId="LiveId" clId="{D6F097CC-77C4-40F2-851A-44B7C6790290}" dt="2020-04-30T23:25:03.526" v="17"/>
          <pc:sldLayoutMkLst>
            <pc:docMk/>
            <pc:sldMasterMk cId="3980453322" sldId="2147483648"/>
            <pc:sldLayoutMk cId="2545582861" sldId="2147483649"/>
          </pc:sldLayoutMkLst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2545582861" sldId="2147483649"/>
              <ac:spMk id="2" creationId="{ACF01266-72C3-466B-A712-B59EB9D51C03}"/>
            </ac:spMkLst>
          </pc:spChg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2545582861" sldId="2147483649"/>
              <ac:spMk id="3" creationId="{57281389-E854-449E-AA40-A4B3235F5D86}"/>
            </ac:spMkLst>
          </pc:spChg>
        </pc:sldLayoutChg>
        <pc:sldLayoutChg chg="modSp">
          <pc:chgData name="Manish Kumar" userId="a9517e534f492ff6" providerId="LiveId" clId="{D6F097CC-77C4-40F2-851A-44B7C6790290}" dt="2020-04-30T23:25:03.526" v="17"/>
          <pc:sldLayoutMkLst>
            <pc:docMk/>
            <pc:sldMasterMk cId="3980453322" sldId="2147483648"/>
            <pc:sldLayoutMk cId="2059072467" sldId="2147483651"/>
          </pc:sldLayoutMkLst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2059072467" sldId="2147483651"/>
              <ac:spMk id="2" creationId="{368ED707-0B21-4E47-A8AB-489AE927E0DC}"/>
            </ac:spMkLst>
          </pc:spChg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2059072467" sldId="2147483651"/>
              <ac:spMk id="3" creationId="{31CC07CF-D6A1-4A1D-BFFE-695E1C519280}"/>
            </ac:spMkLst>
          </pc:spChg>
        </pc:sldLayoutChg>
        <pc:sldLayoutChg chg="modSp">
          <pc:chgData name="Manish Kumar" userId="a9517e534f492ff6" providerId="LiveId" clId="{D6F097CC-77C4-40F2-851A-44B7C6790290}" dt="2020-04-30T23:25:03.526" v="17"/>
          <pc:sldLayoutMkLst>
            <pc:docMk/>
            <pc:sldMasterMk cId="3980453322" sldId="2147483648"/>
            <pc:sldLayoutMk cId="2037028769" sldId="2147483652"/>
          </pc:sldLayoutMkLst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2037028769" sldId="2147483652"/>
              <ac:spMk id="3" creationId="{C2F886D3-4AAE-453B-B011-5FC4ACD1E67D}"/>
            </ac:spMkLst>
          </pc:spChg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2037028769" sldId="2147483652"/>
              <ac:spMk id="4" creationId="{3A273380-0541-4BF8-8261-AF3529E2AE1F}"/>
            </ac:spMkLst>
          </pc:spChg>
        </pc:sldLayoutChg>
        <pc:sldLayoutChg chg="modSp">
          <pc:chgData name="Manish Kumar" userId="a9517e534f492ff6" providerId="LiveId" clId="{D6F097CC-77C4-40F2-851A-44B7C6790290}" dt="2020-04-30T23:25:03.526" v="17"/>
          <pc:sldLayoutMkLst>
            <pc:docMk/>
            <pc:sldMasterMk cId="3980453322" sldId="2147483648"/>
            <pc:sldLayoutMk cId="2501767983" sldId="2147483653"/>
          </pc:sldLayoutMkLst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2501767983" sldId="2147483653"/>
              <ac:spMk id="2" creationId="{41CFC6AA-26A0-4CBC-97F5-A3D438A337D1}"/>
            </ac:spMkLst>
          </pc:spChg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2501767983" sldId="2147483653"/>
              <ac:spMk id="3" creationId="{9AF64D4B-C269-48BB-B26C-2F0A13B818FF}"/>
            </ac:spMkLst>
          </pc:spChg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2501767983" sldId="2147483653"/>
              <ac:spMk id="4" creationId="{991FA5BB-97C3-4812-91D1-10B6A6F15E3E}"/>
            </ac:spMkLst>
          </pc:spChg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2501767983" sldId="2147483653"/>
              <ac:spMk id="5" creationId="{C4B40F98-5063-43DC-97E4-FBC433F79298}"/>
            </ac:spMkLst>
          </pc:spChg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2501767983" sldId="2147483653"/>
              <ac:spMk id="6" creationId="{8AF07737-CD2D-4BD6-8D7D-DE964F19AA65}"/>
            </ac:spMkLst>
          </pc:spChg>
        </pc:sldLayoutChg>
        <pc:sldLayoutChg chg="modSp">
          <pc:chgData name="Manish Kumar" userId="a9517e534f492ff6" providerId="LiveId" clId="{D6F097CC-77C4-40F2-851A-44B7C6790290}" dt="2020-04-30T23:25:03.526" v="17"/>
          <pc:sldLayoutMkLst>
            <pc:docMk/>
            <pc:sldMasterMk cId="3980453322" sldId="2147483648"/>
            <pc:sldLayoutMk cId="2214679359" sldId="2147483656"/>
          </pc:sldLayoutMkLst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2214679359" sldId="2147483656"/>
              <ac:spMk id="2" creationId="{A5CA605D-F197-4B3A-A435-3C590DF2A66C}"/>
            </ac:spMkLst>
          </pc:spChg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2214679359" sldId="2147483656"/>
              <ac:spMk id="3" creationId="{28C02AC2-B89F-482B-A5A9-CDDBE516C761}"/>
            </ac:spMkLst>
          </pc:spChg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2214679359" sldId="2147483656"/>
              <ac:spMk id="4" creationId="{3DCB9877-DE43-4EE1-A487-6E75CDA13357}"/>
            </ac:spMkLst>
          </pc:spChg>
        </pc:sldLayoutChg>
        <pc:sldLayoutChg chg="modSp">
          <pc:chgData name="Manish Kumar" userId="a9517e534f492ff6" providerId="LiveId" clId="{D6F097CC-77C4-40F2-851A-44B7C6790290}" dt="2020-04-30T23:25:03.526" v="17"/>
          <pc:sldLayoutMkLst>
            <pc:docMk/>
            <pc:sldMasterMk cId="3980453322" sldId="2147483648"/>
            <pc:sldLayoutMk cId="4131695512" sldId="2147483657"/>
          </pc:sldLayoutMkLst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4131695512" sldId="2147483657"/>
              <ac:spMk id="2" creationId="{62FF7F22-D51E-4F57-AD5B-12DB4D7D2D75}"/>
            </ac:spMkLst>
          </pc:spChg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4131695512" sldId="2147483657"/>
              <ac:spMk id="3" creationId="{F440594D-E86A-4CF6-84C1-2A6DA4AEFA84}"/>
            </ac:spMkLst>
          </pc:spChg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4131695512" sldId="2147483657"/>
              <ac:spMk id="4" creationId="{11A9B82A-16F2-4A9D-BC43-1F12033EF703}"/>
            </ac:spMkLst>
          </pc:spChg>
        </pc:sldLayoutChg>
        <pc:sldLayoutChg chg="modSp">
          <pc:chgData name="Manish Kumar" userId="a9517e534f492ff6" providerId="LiveId" clId="{D6F097CC-77C4-40F2-851A-44B7C6790290}" dt="2020-04-30T23:25:03.526" v="17"/>
          <pc:sldLayoutMkLst>
            <pc:docMk/>
            <pc:sldMasterMk cId="3980453322" sldId="2147483648"/>
            <pc:sldLayoutMk cId="3911548159" sldId="2147483659"/>
          </pc:sldLayoutMkLst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3911548159" sldId="2147483659"/>
              <ac:spMk id="2" creationId="{07C62116-945F-4649-AD77-7EE9AC8CCBC8}"/>
            </ac:spMkLst>
          </pc:spChg>
          <pc:spChg chg="mod">
            <ac:chgData name="Manish Kumar" userId="a9517e534f492ff6" providerId="LiveId" clId="{D6F097CC-77C4-40F2-851A-44B7C6790290}" dt="2020-04-30T23:25:03.526" v="17"/>
            <ac:spMkLst>
              <pc:docMk/>
              <pc:sldMasterMk cId="3980453322" sldId="2147483648"/>
              <pc:sldLayoutMk cId="3911548159" sldId="2147483659"/>
              <ac:spMk id="3" creationId="{8C40170D-2624-4CD3-9823-3D022CF3D435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0026-933E-4EB2-B819-174455791719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C5F5-6E72-4732-B25F-A93E88B93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54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0026-933E-4EB2-B819-174455791719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C5F5-6E72-4732-B25F-A93E88B93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539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0026-933E-4EB2-B819-174455791719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C5F5-6E72-4732-B25F-A93E88B93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5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0026-933E-4EB2-B819-174455791719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C5F5-6E72-4732-B25F-A93E88B93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143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0026-933E-4EB2-B819-174455791719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C5F5-6E72-4732-B25F-A93E88B93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1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0026-933E-4EB2-B819-174455791719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C5F5-6E72-4732-B25F-A93E88B93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05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0026-933E-4EB2-B819-174455791719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C5F5-6E72-4732-B25F-A93E88B93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23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0026-933E-4EB2-B819-174455791719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C5F5-6E72-4732-B25F-A93E88B93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29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0026-933E-4EB2-B819-174455791719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C5F5-6E72-4732-B25F-A93E88B93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5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0026-933E-4EB2-B819-174455791719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C5F5-6E72-4732-B25F-A93E88B93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45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0026-933E-4EB2-B819-174455791719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C5F5-6E72-4732-B25F-A93E88B93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8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30026-933E-4EB2-B819-174455791719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3C5F5-6E72-4732-B25F-A93E88B93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6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5895ADD-FB7D-4388-ABB0-7995539D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5324475" y="5807473"/>
            <a:ext cx="1733550" cy="2966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3629" indent="-232165">
              <a:spcBef>
                <a:spcPct val="20000"/>
              </a:spcBef>
              <a:buFont typeface="Arial" panose="020B0604020202020204" pitchFamily="34" charset="0"/>
              <a:buChar char="–"/>
              <a:defRPr sz="2275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28659" indent="-185732">
              <a:spcBef>
                <a:spcPct val="20000"/>
              </a:spcBef>
              <a:buFont typeface="Arial" panose="020B0604020202020204" pitchFamily="34" charset="0"/>
              <a:buChar char="•"/>
              <a:defRPr sz="195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00122" indent="-185732">
              <a:spcBef>
                <a:spcPct val="20000"/>
              </a:spcBef>
              <a:buFont typeface="Arial" panose="020B0604020202020204" pitchFamily="34" charset="0"/>
              <a:buChar char="–"/>
              <a:defRPr sz="1625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671586" indent="-185732">
              <a:spcBef>
                <a:spcPct val="20000"/>
              </a:spcBef>
              <a:buFont typeface="Arial" panose="020B0604020202020204" pitchFamily="34" charset="0"/>
              <a:buChar char="»"/>
              <a:defRPr sz="1625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43050" indent="-185732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25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14513" indent="-185732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25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785977" indent="-185732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25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157440" indent="-185732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25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441D20-2941-4EE1-AB23-E7556B234FB6}" type="slidenum">
              <a:rPr lang="en-US" altLang="en-US" sz="854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854">
              <a:solidFill>
                <a:srgbClr val="898989"/>
              </a:solidFill>
            </a:endParaRPr>
          </a:p>
        </p:txBody>
      </p:sp>
      <p:sp>
        <p:nvSpPr>
          <p:cNvPr id="20" name="Rounded Rectangle 21">
            <a:extLst>
              <a:ext uri="{FF2B5EF4-FFF2-40B4-BE49-F238E27FC236}">
                <a16:creationId xmlns:a16="http://schemas.microsoft.com/office/drawing/2014/main" id="{EE7BFC42-BD02-4189-A67E-AFA578CAA35E}"/>
              </a:ext>
            </a:extLst>
          </p:cNvPr>
          <p:cNvSpPr/>
          <p:nvPr/>
        </p:nvSpPr>
        <p:spPr>
          <a:xfrm>
            <a:off x="60472" y="2212853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Confidentiality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580AB89-7C95-42A7-9067-F8E825CA817C}"/>
              </a:ext>
            </a:extLst>
          </p:cNvPr>
          <p:cNvSpPr/>
          <p:nvPr/>
        </p:nvSpPr>
        <p:spPr>
          <a:xfrm>
            <a:off x="3219452" y="753864"/>
            <a:ext cx="2010052" cy="5494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System is adequately secure against moderate threats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59744A5-CA13-4023-8A51-402370876289}"/>
              </a:ext>
            </a:extLst>
          </p:cNvPr>
          <p:cNvCxnSpPr>
            <a:cxnSpLocks/>
            <a:stCxn id="41" idx="1"/>
            <a:endCxn id="21" idx="5"/>
          </p:cNvCxnSpPr>
          <p:nvPr/>
        </p:nvCxnSpPr>
        <p:spPr>
          <a:xfrm flipH="1" flipV="1">
            <a:off x="4935138" y="1222870"/>
            <a:ext cx="1913507" cy="10183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3BA87C-EF1D-4238-A638-E6390F487AD8}"/>
              </a:ext>
            </a:extLst>
          </p:cNvPr>
          <p:cNvCxnSpPr>
            <a:cxnSpLocks/>
            <a:stCxn id="20" idx="0"/>
            <a:endCxn id="42" idx="3"/>
          </p:cNvCxnSpPr>
          <p:nvPr/>
        </p:nvCxnSpPr>
        <p:spPr>
          <a:xfrm flipV="1">
            <a:off x="695904" y="1912491"/>
            <a:ext cx="865588" cy="30036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5244FEDD-9DA1-40B0-8B09-E40B8C17E4F6}"/>
              </a:ext>
            </a:extLst>
          </p:cNvPr>
          <p:cNvSpPr/>
          <p:nvPr/>
        </p:nvSpPr>
        <p:spPr>
          <a:xfrm>
            <a:off x="6442067" y="1200038"/>
            <a:ext cx="2776284" cy="85129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1">
              <a:defRPr/>
            </a:pPr>
            <a:r>
              <a:rPr lang="en-US" sz="854" dirty="0"/>
              <a:t>Security requirements met by software life cycle processes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0C8743F-6E77-4AA4-8A91-871C28BD29FE}"/>
              </a:ext>
            </a:extLst>
          </p:cNvPr>
          <p:cNvSpPr/>
          <p:nvPr/>
        </p:nvSpPr>
        <p:spPr>
          <a:xfrm>
            <a:off x="1235085" y="1185863"/>
            <a:ext cx="2228850" cy="8512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Security requirements met by functionality</a:t>
            </a:r>
          </a:p>
        </p:txBody>
      </p:sp>
      <p:sp>
        <p:nvSpPr>
          <p:cNvPr id="49" name="Rounded Rectangle 21">
            <a:extLst>
              <a:ext uri="{FF2B5EF4-FFF2-40B4-BE49-F238E27FC236}">
                <a16:creationId xmlns:a16="http://schemas.microsoft.com/office/drawing/2014/main" id="{4649D6BE-6B6B-4774-A1A0-EC0035262490}"/>
              </a:ext>
            </a:extLst>
          </p:cNvPr>
          <p:cNvSpPr/>
          <p:nvPr/>
        </p:nvSpPr>
        <p:spPr>
          <a:xfrm>
            <a:off x="4478738" y="1966365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Availability</a:t>
            </a: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F5B03564-37A1-4834-8511-59BA7CE33299}"/>
              </a:ext>
            </a:extLst>
          </p:cNvPr>
          <p:cNvSpPr/>
          <p:nvPr/>
        </p:nvSpPr>
        <p:spPr>
          <a:xfrm>
            <a:off x="2223511" y="2253978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Integrity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3FA4905-3EF5-4F3C-AC9C-BF1C8D911C0E}"/>
              </a:ext>
            </a:extLst>
          </p:cNvPr>
          <p:cNvCxnSpPr>
            <a:cxnSpLocks/>
            <a:stCxn id="42" idx="7"/>
            <a:endCxn id="21" idx="3"/>
          </p:cNvCxnSpPr>
          <p:nvPr/>
        </p:nvCxnSpPr>
        <p:spPr>
          <a:xfrm flipV="1">
            <a:off x="3137528" y="1222870"/>
            <a:ext cx="376288" cy="8766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01D1EFD-CB40-45D6-81A9-DA095C6DBBE9}"/>
              </a:ext>
            </a:extLst>
          </p:cNvPr>
          <p:cNvCxnSpPr>
            <a:cxnSpLocks/>
            <a:stCxn id="50" idx="0"/>
            <a:endCxn id="42" idx="4"/>
          </p:cNvCxnSpPr>
          <p:nvPr/>
        </p:nvCxnSpPr>
        <p:spPr>
          <a:xfrm flipH="1" flipV="1">
            <a:off x="2349510" y="2037160"/>
            <a:ext cx="509434" cy="2168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33F0B5E-C944-4727-8A72-869ACECD6090}"/>
              </a:ext>
            </a:extLst>
          </p:cNvPr>
          <p:cNvCxnSpPr>
            <a:cxnSpLocks/>
            <a:stCxn id="49" idx="0"/>
            <a:endCxn id="42" idx="5"/>
          </p:cNvCxnSpPr>
          <p:nvPr/>
        </p:nvCxnSpPr>
        <p:spPr>
          <a:xfrm flipH="1" flipV="1">
            <a:off x="3137527" y="1912491"/>
            <a:ext cx="1976644" cy="5387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21">
            <a:extLst>
              <a:ext uri="{FF2B5EF4-FFF2-40B4-BE49-F238E27FC236}">
                <a16:creationId xmlns:a16="http://schemas.microsoft.com/office/drawing/2014/main" id="{A9631A9F-6674-4457-B8A0-678610F3695B}"/>
              </a:ext>
            </a:extLst>
          </p:cNvPr>
          <p:cNvSpPr/>
          <p:nvPr/>
        </p:nvSpPr>
        <p:spPr>
          <a:xfrm>
            <a:off x="7047055" y="2260441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Access Control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D9A5E70-983E-4BDF-AF39-137CC46F7D93}"/>
              </a:ext>
            </a:extLst>
          </p:cNvPr>
          <p:cNvCxnSpPr>
            <a:cxnSpLocks/>
            <a:stCxn id="57" idx="0"/>
            <a:endCxn id="42" idx="6"/>
          </p:cNvCxnSpPr>
          <p:nvPr/>
        </p:nvCxnSpPr>
        <p:spPr>
          <a:xfrm flipH="1" flipV="1">
            <a:off x="3463935" y="1611512"/>
            <a:ext cx="4218553" cy="64892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7C02316-E9AD-4C9F-9B29-A413E0182E2A}"/>
              </a:ext>
            </a:extLst>
          </p:cNvPr>
          <p:cNvCxnSpPr>
            <a:cxnSpLocks/>
          </p:cNvCxnSpPr>
          <p:nvPr/>
        </p:nvCxnSpPr>
        <p:spPr>
          <a:xfrm flipV="1">
            <a:off x="289687" y="2681066"/>
            <a:ext cx="121460" cy="47624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21">
            <a:extLst>
              <a:ext uri="{FF2B5EF4-FFF2-40B4-BE49-F238E27FC236}">
                <a16:creationId xmlns:a16="http://schemas.microsoft.com/office/drawing/2014/main" id="{D121720A-639A-4167-818B-68CF512F0301}"/>
              </a:ext>
            </a:extLst>
          </p:cNvPr>
          <p:cNvSpPr/>
          <p:nvPr/>
        </p:nvSpPr>
        <p:spPr>
          <a:xfrm>
            <a:off x="0" y="3149281"/>
            <a:ext cx="1139671" cy="3831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Game Data is secured</a:t>
            </a:r>
          </a:p>
        </p:txBody>
      </p:sp>
      <p:sp>
        <p:nvSpPr>
          <p:cNvPr id="72" name="Rounded Rectangle 21">
            <a:extLst>
              <a:ext uri="{FF2B5EF4-FFF2-40B4-BE49-F238E27FC236}">
                <a16:creationId xmlns:a16="http://schemas.microsoft.com/office/drawing/2014/main" id="{3DE86F25-BE2C-480C-95D5-EB53CB03B291}"/>
              </a:ext>
            </a:extLst>
          </p:cNvPr>
          <p:cNvSpPr/>
          <p:nvPr/>
        </p:nvSpPr>
        <p:spPr>
          <a:xfrm>
            <a:off x="-36066" y="5008722"/>
            <a:ext cx="1139671" cy="6634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Game Stats along with moves can only be seen by authenticated users</a:t>
            </a:r>
          </a:p>
        </p:txBody>
      </p:sp>
      <p:sp>
        <p:nvSpPr>
          <p:cNvPr id="73" name="Rounded Rectangle 21">
            <a:extLst>
              <a:ext uri="{FF2B5EF4-FFF2-40B4-BE49-F238E27FC236}">
                <a16:creationId xmlns:a16="http://schemas.microsoft.com/office/drawing/2014/main" id="{5C070F1B-756A-43B2-9AC1-A5DFE8E2B6EB}"/>
              </a:ext>
            </a:extLst>
          </p:cNvPr>
          <p:cNvSpPr/>
          <p:nvPr/>
        </p:nvSpPr>
        <p:spPr>
          <a:xfrm>
            <a:off x="2" y="4028050"/>
            <a:ext cx="1067539" cy="8561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Game currently in progress can only be seen by the players part of the game</a:t>
            </a:r>
          </a:p>
        </p:txBody>
      </p:sp>
      <p:sp>
        <p:nvSpPr>
          <p:cNvPr id="74" name="Rounded Rectangle 21">
            <a:extLst>
              <a:ext uri="{FF2B5EF4-FFF2-40B4-BE49-F238E27FC236}">
                <a16:creationId xmlns:a16="http://schemas.microsoft.com/office/drawing/2014/main" id="{48D0CB06-FABE-4A1F-B454-FE260383719A}"/>
              </a:ext>
            </a:extLst>
          </p:cNvPr>
          <p:cNvSpPr/>
          <p:nvPr/>
        </p:nvSpPr>
        <p:spPr>
          <a:xfrm>
            <a:off x="1331336" y="3134992"/>
            <a:ext cx="1345621" cy="7363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All the data is confidential and not accessible without authenticating with server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1FC2E98-AEA4-4B92-B0B1-54DC1086E855}"/>
              </a:ext>
            </a:extLst>
          </p:cNvPr>
          <p:cNvCxnSpPr>
            <a:cxnSpLocks/>
            <a:stCxn id="73" idx="0"/>
            <a:endCxn id="71" idx="2"/>
          </p:cNvCxnSpPr>
          <p:nvPr/>
        </p:nvCxnSpPr>
        <p:spPr>
          <a:xfrm flipV="1">
            <a:off x="533771" y="3532388"/>
            <a:ext cx="36065" cy="49566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86319FE-14D2-4084-BA81-05DD1679801D}"/>
              </a:ext>
            </a:extLst>
          </p:cNvPr>
          <p:cNvCxnSpPr>
            <a:cxnSpLocks/>
            <a:stCxn id="74" idx="0"/>
          </p:cNvCxnSpPr>
          <p:nvPr/>
        </p:nvCxnSpPr>
        <p:spPr>
          <a:xfrm flipH="1" flipV="1">
            <a:off x="622649" y="2681067"/>
            <a:ext cx="1381497" cy="4539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21">
            <a:extLst>
              <a:ext uri="{FF2B5EF4-FFF2-40B4-BE49-F238E27FC236}">
                <a16:creationId xmlns:a16="http://schemas.microsoft.com/office/drawing/2014/main" id="{D72300EC-0CC3-462D-A686-93D17EFF18CF}"/>
              </a:ext>
            </a:extLst>
          </p:cNvPr>
          <p:cNvSpPr/>
          <p:nvPr/>
        </p:nvSpPr>
        <p:spPr>
          <a:xfrm>
            <a:off x="2695257" y="4456711"/>
            <a:ext cx="945537" cy="744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Email Id and First/Last name of the users is only available to admin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B18BF1E3-8169-4B00-BAD4-C5CCDB02F1E1}"/>
              </a:ext>
            </a:extLst>
          </p:cNvPr>
          <p:cNvCxnSpPr>
            <a:cxnSpLocks/>
            <a:stCxn id="103" idx="0"/>
          </p:cNvCxnSpPr>
          <p:nvPr/>
        </p:nvCxnSpPr>
        <p:spPr>
          <a:xfrm flipH="1" flipV="1">
            <a:off x="2404730" y="3887475"/>
            <a:ext cx="763296" cy="56923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15CACC3-F184-40E4-B411-2872C529AA8A}"/>
              </a:ext>
            </a:extLst>
          </p:cNvPr>
          <p:cNvCxnSpPr>
            <a:cxnSpLocks/>
          </p:cNvCxnSpPr>
          <p:nvPr/>
        </p:nvCxnSpPr>
        <p:spPr>
          <a:xfrm flipH="1" flipV="1">
            <a:off x="2335494" y="3894703"/>
            <a:ext cx="429289" cy="158210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21">
            <a:extLst>
              <a:ext uri="{FF2B5EF4-FFF2-40B4-BE49-F238E27FC236}">
                <a16:creationId xmlns:a16="http://schemas.microsoft.com/office/drawing/2014/main" id="{4B920CCA-D29C-439E-A58A-CCBFEBC3706C}"/>
              </a:ext>
            </a:extLst>
          </p:cNvPr>
          <p:cNvSpPr/>
          <p:nvPr/>
        </p:nvSpPr>
        <p:spPr>
          <a:xfrm>
            <a:off x="1287558" y="4389375"/>
            <a:ext cx="1067038" cy="5871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User passwords are stored using argon2i hash encoder </a:t>
            </a:r>
          </a:p>
        </p:txBody>
      </p:sp>
      <p:sp>
        <p:nvSpPr>
          <p:cNvPr id="112" name="Rounded Rectangle 21">
            <a:extLst>
              <a:ext uri="{FF2B5EF4-FFF2-40B4-BE49-F238E27FC236}">
                <a16:creationId xmlns:a16="http://schemas.microsoft.com/office/drawing/2014/main" id="{BB6E9B6A-340D-455D-A121-F9F5CB3FB64D}"/>
              </a:ext>
            </a:extLst>
          </p:cNvPr>
          <p:cNvSpPr/>
          <p:nvPr/>
        </p:nvSpPr>
        <p:spPr>
          <a:xfrm>
            <a:off x="1640973" y="5639832"/>
            <a:ext cx="1067038" cy="5871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User passwords are stored using argon2i hash encoder </a:t>
            </a:r>
          </a:p>
        </p:txBody>
      </p: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1DE0A6FF-6BCE-4C01-B182-C796A1142442}"/>
              </a:ext>
            </a:extLst>
          </p:cNvPr>
          <p:cNvCxnSpPr>
            <a:cxnSpLocks/>
            <a:stCxn id="72" idx="3"/>
          </p:cNvCxnSpPr>
          <p:nvPr/>
        </p:nvCxnSpPr>
        <p:spPr>
          <a:xfrm flipH="1" flipV="1">
            <a:off x="859457" y="3536970"/>
            <a:ext cx="244149" cy="1803460"/>
          </a:xfrm>
          <a:prstGeom prst="bentConnector4">
            <a:avLst>
              <a:gd name="adj1" fmla="val -76076"/>
              <a:gd name="adj2" fmla="val 823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53DAC5F-C7B7-4A00-B4A6-FA7433AB7DC5}"/>
              </a:ext>
            </a:extLst>
          </p:cNvPr>
          <p:cNvCxnSpPr>
            <a:cxnSpLocks/>
            <a:stCxn id="110" idx="0"/>
          </p:cNvCxnSpPr>
          <p:nvPr/>
        </p:nvCxnSpPr>
        <p:spPr>
          <a:xfrm flipV="1">
            <a:off x="1821077" y="3918037"/>
            <a:ext cx="459810" cy="47133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21">
            <a:extLst>
              <a:ext uri="{FF2B5EF4-FFF2-40B4-BE49-F238E27FC236}">
                <a16:creationId xmlns:a16="http://schemas.microsoft.com/office/drawing/2014/main" id="{F8DF4B9B-9154-4E2A-A874-5B1F51FA7D97}"/>
              </a:ext>
            </a:extLst>
          </p:cNvPr>
          <p:cNvSpPr/>
          <p:nvPr/>
        </p:nvSpPr>
        <p:spPr>
          <a:xfrm>
            <a:off x="2685685" y="5390015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HTTPS (for communication and data exchange between client and server)</a:t>
            </a: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2DFE076-DE0C-4041-811D-10C597AECBA7}"/>
              </a:ext>
            </a:extLst>
          </p:cNvPr>
          <p:cNvCxnSpPr>
            <a:cxnSpLocks/>
          </p:cNvCxnSpPr>
          <p:nvPr/>
        </p:nvCxnSpPr>
        <p:spPr>
          <a:xfrm flipH="1" flipV="1">
            <a:off x="2664339" y="2728653"/>
            <a:ext cx="1440093" cy="180612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ounded Rectangle 21">
            <a:extLst>
              <a:ext uri="{FF2B5EF4-FFF2-40B4-BE49-F238E27FC236}">
                <a16:creationId xmlns:a16="http://schemas.microsoft.com/office/drawing/2014/main" id="{69BECA94-4CE7-4D44-B1D4-2C595D16D8A6}"/>
              </a:ext>
            </a:extLst>
          </p:cNvPr>
          <p:cNvSpPr/>
          <p:nvPr/>
        </p:nvSpPr>
        <p:spPr>
          <a:xfrm>
            <a:off x="3843550" y="2817499"/>
            <a:ext cx="1356883" cy="679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Game Win/Lose stats can only be changed by actually playing the game. No modification allowed even by admin</a:t>
            </a:r>
          </a:p>
        </p:txBody>
      </p:sp>
      <p:sp>
        <p:nvSpPr>
          <p:cNvPr id="137" name="Rounded Rectangle 21">
            <a:extLst>
              <a:ext uri="{FF2B5EF4-FFF2-40B4-BE49-F238E27FC236}">
                <a16:creationId xmlns:a16="http://schemas.microsoft.com/office/drawing/2014/main" id="{16518584-1CFD-4606-9511-242B480CBA77}"/>
              </a:ext>
            </a:extLst>
          </p:cNvPr>
          <p:cNvSpPr/>
          <p:nvPr/>
        </p:nvSpPr>
        <p:spPr>
          <a:xfrm>
            <a:off x="3979351" y="3593858"/>
            <a:ext cx="1356883" cy="8381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Player 1 chance cannot be played by player 2 during a game in progress. Only legal moves are allowed as per game rules.</a:t>
            </a:r>
          </a:p>
        </p:txBody>
      </p:sp>
      <p:sp>
        <p:nvSpPr>
          <p:cNvPr id="138" name="Rounded Rectangle 21">
            <a:extLst>
              <a:ext uri="{FF2B5EF4-FFF2-40B4-BE49-F238E27FC236}">
                <a16:creationId xmlns:a16="http://schemas.microsoft.com/office/drawing/2014/main" id="{78ABB443-E6EE-4E8E-89CE-CD22010E2048}"/>
              </a:ext>
            </a:extLst>
          </p:cNvPr>
          <p:cNvSpPr/>
          <p:nvPr/>
        </p:nvSpPr>
        <p:spPr>
          <a:xfrm>
            <a:off x="4028368" y="4514224"/>
            <a:ext cx="1356883" cy="679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Only authenticated users can modify the data. Please note game data is not allowed to change by any user</a:t>
            </a:r>
          </a:p>
        </p:txBody>
      </p:sp>
      <p:sp>
        <p:nvSpPr>
          <p:cNvPr id="139" name="Rounded Rectangle 21">
            <a:extLst>
              <a:ext uri="{FF2B5EF4-FFF2-40B4-BE49-F238E27FC236}">
                <a16:creationId xmlns:a16="http://schemas.microsoft.com/office/drawing/2014/main" id="{A14D3397-594B-4A29-9DD9-28E19645DC15}"/>
              </a:ext>
            </a:extLst>
          </p:cNvPr>
          <p:cNvSpPr/>
          <p:nvPr/>
        </p:nvSpPr>
        <p:spPr>
          <a:xfrm>
            <a:off x="4260757" y="5344512"/>
            <a:ext cx="1356883" cy="6556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The application code can be modified only by collaborators of the project hosted on </a:t>
            </a:r>
            <a:r>
              <a:rPr lang="en-US" sz="854" dirty="0" err="1"/>
              <a:t>github</a:t>
            </a:r>
            <a:r>
              <a:rPr lang="en-US" sz="854" dirty="0"/>
              <a:t>  platform.</a:t>
            </a: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705FB39B-21F6-452B-8B34-2877508516BA}"/>
              </a:ext>
            </a:extLst>
          </p:cNvPr>
          <p:cNvCxnSpPr>
            <a:cxnSpLocks/>
            <a:stCxn id="136" idx="0"/>
          </p:cNvCxnSpPr>
          <p:nvPr/>
        </p:nvCxnSpPr>
        <p:spPr>
          <a:xfrm flipH="1" flipV="1">
            <a:off x="3502517" y="2415635"/>
            <a:ext cx="1019473" cy="4018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E3E32B15-69A8-43F6-9ADC-12A3A2B8589D}"/>
              </a:ext>
            </a:extLst>
          </p:cNvPr>
          <p:cNvCxnSpPr>
            <a:cxnSpLocks/>
          </p:cNvCxnSpPr>
          <p:nvPr/>
        </p:nvCxnSpPr>
        <p:spPr>
          <a:xfrm flipH="1" flipV="1">
            <a:off x="3420064" y="2720670"/>
            <a:ext cx="576224" cy="108915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6F7ED356-62AB-43FA-ABE2-F75D0C7CF337}"/>
              </a:ext>
            </a:extLst>
          </p:cNvPr>
          <p:cNvCxnSpPr>
            <a:cxnSpLocks/>
          </p:cNvCxnSpPr>
          <p:nvPr/>
        </p:nvCxnSpPr>
        <p:spPr>
          <a:xfrm flipH="1" flipV="1">
            <a:off x="2449149" y="2693997"/>
            <a:ext cx="1835380" cy="279486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ounded Rectangle 21">
            <a:extLst>
              <a:ext uri="{FF2B5EF4-FFF2-40B4-BE49-F238E27FC236}">
                <a16:creationId xmlns:a16="http://schemas.microsoft.com/office/drawing/2014/main" id="{C8249083-37CF-49D2-BD6E-D574FB8A7736}"/>
              </a:ext>
            </a:extLst>
          </p:cNvPr>
          <p:cNvSpPr/>
          <p:nvPr/>
        </p:nvSpPr>
        <p:spPr>
          <a:xfrm>
            <a:off x="5491763" y="2588014"/>
            <a:ext cx="1356883" cy="679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Rate Limiting for each API request to avoid DDoS attacks to some extent</a:t>
            </a:r>
          </a:p>
        </p:txBody>
      </p:sp>
      <p:sp>
        <p:nvSpPr>
          <p:cNvPr id="196" name="Rounded Rectangle 21">
            <a:extLst>
              <a:ext uri="{FF2B5EF4-FFF2-40B4-BE49-F238E27FC236}">
                <a16:creationId xmlns:a16="http://schemas.microsoft.com/office/drawing/2014/main" id="{A6E1FD80-A78F-4206-B69E-6044BA4DFACF}"/>
              </a:ext>
            </a:extLst>
          </p:cNvPr>
          <p:cNvSpPr/>
          <p:nvPr/>
        </p:nvSpPr>
        <p:spPr>
          <a:xfrm>
            <a:off x="5586923" y="3440413"/>
            <a:ext cx="1356883" cy="679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Timeout option to allow user to join the game back in case user gets disconnected</a:t>
            </a:r>
          </a:p>
        </p:txBody>
      </p:sp>
      <p:sp>
        <p:nvSpPr>
          <p:cNvPr id="197" name="Rounded Rectangle 21">
            <a:extLst>
              <a:ext uri="{FF2B5EF4-FFF2-40B4-BE49-F238E27FC236}">
                <a16:creationId xmlns:a16="http://schemas.microsoft.com/office/drawing/2014/main" id="{3FECF483-74F6-4B50-A0F1-B118C7B759A2}"/>
              </a:ext>
            </a:extLst>
          </p:cNvPr>
          <p:cNvSpPr/>
          <p:nvPr/>
        </p:nvSpPr>
        <p:spPr>
          <a:xfrm>
            <a:off x="5631915" y="4292812"/>
            <a:ext cx="1356883" cy="679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Can handle multiple games being played at a given time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46DE8DC1-ABA9-4830-AF00-02358B65D3C9}"/>
              </a:ext>
            </a:extLst>
          </p:cNvPr>
          <p:cNvCxnSpPr>
            <a:cxnSpLocks/>
            <a:stCxn id="195" idx="0"/>
          </p:cNvCxnSpPr>
          <p:nvPr/>
        </p:nvCxnSpPr>
        <p:spPr>
          <a:xfrm flipH="1" flipV="1">
            <a:off x="5735851" y="2208403"/>
            <a:ext cx="434353" cy="37961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E405A0CB-5063-4AA5-872D-C60AE4D629D5}"/>
              </a:ext>
            </a:extLst>
          </p:cNvPr>
          <p:cNvCxnSpPr>
            <a:cxnSpLocks/>
          </p:cNvCxnSpPr>
          <p:nvPr/>
        </p:nvCxnSpPr>
        <p:spPr>
          <a:xfrm flipH="1" flipV="1">
            <a:off x="5218421" y="2433227"/>
            <a:ext cx="368502" cy="11571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AD1B3DF0-168E-4DFF-AABD-7FFABC9F02BE}"/>
              </a:ext>
            </a:extLst>
          </p:cNvPr>
          <p:cNvCxnSpPr>
            <a:cxnSpLocks/>
            <a:stCxn id="197" idx="1"/>
          </p:cNvCxnSpPr>
          <p:nvPr/>
        </p:nvCxnSpPr>
        <p:spPr>
          <a:xfrm flipH="1" flipV="1">
            <a:off x="5075349" y="2413130"/>
            <a:ext cx="556566" cy="221948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ounded Rectangle 21">
            <a:extLst>
              <a:ext uri="{FF2B5EF4-FFF2-40B4-BE49-F238E27FC236}">
                <a16:creationId xmlns:a16="http://schemas.microsoft.com/office/drawing/2014/main" id="{8FF46E46-F5C6-46BE-80BC-E0D0A67A7306}"/>
              </a:ext>
            </a:extLst>
          </p:cNvPr>
          <p:cNvSpPr/>
          <p:nvPr/>
        </p:nvSpPr>
        <p:spPr>
          <a:xfrm>
            <a:off x="8015349" y="2952101"/>
            <a:ext cx="1356883" cy="679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Authorization : Only registered users can play games/view stats</a:t>
            </a:r>
          </a:p>
        </p:txBody>
      </p:sp>
      <p:sp>
        <p:nvSpPr>
          <p:cNvPr id="206" name="Rounded Rectangle 21">
            <a:extLst>
              <a:ext uri="{FF2B5EF4-FFF2-40B4-BE49-F238E27FC236}">
                <a16:creationId xmlns:a16="http://schemas.microsoft.com/office/drawing/2014/main" id="{4C82C884-92BC-463B-A145-13E527E29306}"/>
              </a:ext>
            </a:extLst>
          </p:cNvPr>
          <p:cNvSpPr/>
          <p:nvPr/>
        </p:nvSpPr>
        <p:spPr>
          <a:xfrm>
            <a:off x="8015347" y="3918037"/>
            <a:ext cx="1419397" cy="9662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Authentication and Identification : The client needs to be authenticated first by server to access any information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0700D68E-E124-43A6-B921-DFC5A0961BDA}"/>
              </a:ext>
            </a:extLst>
          </p:cNvPr>
          <p:cNvCxnSpPr>
            <a:cxnSpLocks/>
            <a:stCxn id="204" idx="0"/>
          </p:cNvCxnSpPr>
          <p:nvPr/>
        </p:nvCxnSpPr>
        <p:spPr>
          <a:xfrm flipH="1" flipV="1">
            <a:off x="8015347" y="2728653"/>
            <a:ext cx="678443" cy="22344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B734D0DA-F70E-4FCC-996A-F81B4FEB4A62}"/>
              </a:ext>
            </a:extLst>
          </p:cNvPr>
          <p:cNvCxnSpPr>
            <a:cxnSpLocks/>
            <a:endCxn id="57" idx="2"/>
          </p:cNvCxnSpPr>
          <p:nvPr/>
        </p:nvCxnSpPr>
        <p:spPr>
          <a:xfrm flipH="1" flipV="1">
            <a:off x="7682487" y="2728654"/>
            <a:ext cx="332859" cy="135599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CC21D31A-5ED6-457E-8FE8-9AB4E94CE50F}"/>
              </a:ext>
            </a:extLst>
          </p:cNvPr>
          <p:cNvCxnSpPr>
            <a:cxnSpLocks/>
          </p:cNvCxnSpPr>
          <p:nvPr/>
        </p:nvCxnSpPr>
        <p:spPr>
          <a:xfrm flipV="1">
            <a:off x="2399015" y="3887476"/>
            <a:ext cx="17314" cy="174512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28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B7889EC6-F6FC-47C5-9C51-5287F6036D24}"/>
              </a:ext>
            </a:extLst>
          </p:cNvPr>
          <p:cNvSpPr/>
          <p:nvPr/>
        </p:nvSpPr>
        <p:spPr>
          <a:xfrm>
            <a:off x="2911175" y="69700"/>
            <a:ext cx="3152274" cy="8512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1">
              <a:defRPr/>
            </a:pPr>
            <a:r>
              <a:rPr lang="en-US" sz="854" dirty="0"/>
              <a:t>Security requirements met by software life cycle processes</a:t>
            </a:r>
          </a:p>
        </p:txBody>
      </p:sp>
      <p:sp>
        <p:nvSpPr>
          <p:cNvPr id="9" name="Rounded Rectangle 21">
            <a:extLst>
              <a:ext uri="{FF2B5EF4-FFF2-40B4-BE49-F238E27FC236}">
                <a16:creationId xmlns:a16="http://schemas.microsoft.com/office/drawing/2014/main" id="{F86FC0DF-F77C-42A5-85C9-C53C18C7FB29}"/>
              </a:ext>
            </a:extLst>
          </p:cNvPr>
          <p:cNvSpPr/>
          <p:nvPr/>
        </p:nvSpPr>
        <p:spPr>
          <a:xfrm>
            <a:off x="796297" y="2099141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Security in design</a:t>
            </a:r>
          </a:p>
        </p:txBody>
      </p:sp>
      <p:sp>
        <p:nvSpPr>
          <p:cNvPr id="10" name="Rounded Rectangle 21">
            <a:extLst>
              <a:ext uri="{FF2B5EF4-FFF2-40B4-BE49-F238E27FC236}">
                <a16:creationId xmlns:a16="http://schemas.microsoft.com/office/drawing/2014/main" id="{1AA12F15-B87F-41AB-96BF-BAD35311204E}"/>
              </a:ext>
            </a:extLst>
          </p:cNvPr>
          <p:cNvSpPr/>
          <p:nvPr/>
        </p:nvSpPr>
        <p:spPr>
          <a:xfrm>
            <a:off x="0" y="1517216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Security in requirements (see figure 1)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34F74C-1F61-49A9-8160-1A13E07963A8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635433" y="1291100"/>
            <a:ext cx="160864" cy="22611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CBA0DA-EFA1-4D84-9C14-D9BF5F9D7434}"/>
              </a:ext>
            </a:extLst>
          </p:cNvPr>
          <p:cNvCxnSpPr>
            <a:cxnSpLocks/>
          </p:cNvCxnSpPr>
          <p:nvPr/>
        </p:nvCxnSpPr>
        <p:spPr>
          <a:xfrm flipV="1">
            <a:off x="1285871" y="1525206"/>
            <a:ext cx="206589" cy="57393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A3289FE-535D-49E5-801F-07AD5804AB13}"/>
              </a:ext>
            </a:extLst>
          </p:cNvPr>
          <p:cNvSpPr/>
          <p:nvPr/>
        </p:nvSpPr>
        <p:spPr>
          <a:xfrm>
            <a:off x="6323861" y="673908"/>
            <a:ext cx="3152274" cy="85129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1">
              <a:defRPr/>
            </a:pPr>
            <a:r>
              <a:rPr lang="en-US" sz="854" dirty="0"/>
              <a:t>Security requirements met by non technical life cycle processes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CC186EF-02B8-4AC1-8C64-91EC6E66A694}"/>
              </a:ext>
            </a:extLst>
          </p:cNvPr>
          <p:cNvSpPr/>
          <p:nvPr/>
        </p:nvSpPr>
        <p:spPr>
          <a:xfrm>
            <a:off x="749650" y="818703"/>
            <a:ext cx="2010052" cy="7065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854" dirty="0"/>
              <a:t>Security requirements met by software life cycle processes</a:t>
            </a:r>
          </a:p>
          <a:p>
            <a:pPr algn="ctr" eaLnBrk="1" hangingPunct="1">
              <a:defRPr/>
            </a:pPr>
            <a:endParaRPr lang="en-US" sz="854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6D3E2AA-F0E4-483A-8D4E-ECE3440D3522}"/>
              </a:ext>
            </a:extLst>
          </p:cNvPr>
          <p:cNvCxnSpPr>
            <a:cxnSpLocks/>
            <a:stCxn id="23" idx="0"/>
            <a:endCxn id="7" idx="2"/>
          </p:cNvCxnSpPr>
          <p:nvPr/>
        </p:nvCxnSpPr>
        <p:spPr>
          <a:xfrm flipV="1">
            <a:off x="1754676" y="495349"/>
            <a:ext cx="1156499" cy="32335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BD4A60D-D594-4045-A2D5-E47CD18359A5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6058497" y="565500"/>
            <a:ext cx="727004" cy="23307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21">
            <a:extLst>
              <a:ext uri="{FF2B5EF4-FFF2-40B4-BE49-F238E27FC236}">
                <a16:creationId xmlns:a16="http://schemas.microsoft.com/office/drawing/2014/main" id="{D2F12959-4877-4B59-822C-7BDB67AD19AB}"/>
              </a:ext>
            </a:extLst>
          </p:cNvPr>
          <p:cNvSpPr/>
          <p:nvPr/>
        </p:nvSpPr>
        <p:spPr>
          <a:xfrm>
            <a:off x="15006" y="3041653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Memory Safe Programming Language used (</a:t>
            </a:r>
            <a:r>
              <a:rPr lang="en-US" sz="854" dirty="0" err="1"/>
              <a:t>Javascript</a:t>
            </a:r>
            <a:r>
              <a:rPr lang="en-US" sz="854" dirty="0"/>
              <a:t> and PHP)</a:t>
            </a:r>
          </a:p>
        </p:txBody>
      </p:sp>
      <p:sp>
        <p:nvSpPr>
          <p:cNvPr id="33" name="Rounded Rectangle 21">
            <a:extLst>
              <a:ext uri="{FF2B5EF4-FFF2-40B4-BE49-F238E27FC236}">
                <a16:creationId xmlns:a16="http://schemas.microsoft.com/office/drawing/2014/main" id="{500ABBEE-9852-4204-AE6D-6298CF657EA7}"/>
              </a:ext>
            </a:extLst>
          </p:cNvPr>
          <p:cNvSpPr/>
          <p:nvPr/>
        </p:nvSpPr>
        <p:spPr>
          <a:xfrm>
            <a:off x="-1" y="3750058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Use typescript with React framework for typed language</a:t>
            </a:r>
          </a:p>
        </p:txBody>
      </p:sp>
      <p:sp>
        <p:nvSpPr>
          <p:cNvPr id="34" name="Rounded Rectangle 21">
            <a:extLst>
              <a:ext uri="{FF2B5EF4-FFF2-40B4-BE49-F238E27FC236}">
                <a16:creationId xmlns:a16="http://schemas.microsoft.com/office/drawing/2014/main" id="{47612977-3E60-4563-BC22-4191A771A174}"/>
              </a:ext>
            </a:extLst>
          </p:cNvPr>
          <p:cNvSpPr/>
          <p:nvPr/>
        </p:nvSpPr>
        <p:spPr>
          <a:xfrm>
            <a:off x="1767144" y="2915723"/>
            <a:ext cx="1333709" cy="9284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Use server architecture with built in security features (Symfony PHP framework used)</a:t>
            </a:r>
          </a:p>
        </p:txBody>
      </p:sp>
      <p:sp>
        <p:nvSpPr>
          <p:cNvPr id="35" name="Rounded Rectangle 21">
            <a:extLst>
              <a:ext uri="{FF2B5EF4-FFF2-40B4-BE49-F238E27FC236}">
                <a16:creationId xmlns:a16="http://schemas.microsoft.com/office/drawing/2014/main" id="{7DDEDBF8-09F5-402D-9131-A9E27C97A7D1}"/>
              </a:ext>
            </a:extLst>
          </p:cNvPr>
          <p:cNvSpPr/>
          <p:nvPr/>
        </p:nvSpPr>
        <p:spPr>
          <a:xfrm>
            <a:off x="1666070" y="3984164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Security Design Principles applied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BD6225E-FE30-4B55-AA31-DE05FBE69944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650439" y="2559365"/>
            <a:ext cx="574300" cy="4822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6D045DF-B83A-4AC4-A11D-266430976FF0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1606445" y="2603933"/>
            <a:ext cx="827554" cy="3117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E9F4246-72EB-489B-98F4-B2EF7BA9A1FC}"/>
              </a:ext>
            </a:extLst>
          </p:cNvPr>
          <p:cNvCxnSpPr>
            <a:cxnSpLocks/>
          </p:cNvCxnSpPr>
          <p:nvPr/>
        </p:nvCxnSpPr>
        <p:spPr>
          <a:xfrm flipV="1">
            <a:off x="1270864" y="2585472"/>
            <a:ext cx="271591" cy="116458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9FA8AF7-2C8D-433F-A454-3117B49C3946}"/>
              </a:ext>
            </a:extLst>
          </p:cNvPr>
          <p:cNvCxnSpPr>
            <a:cxnSpLocks/>
            <a:stCxn id="35" idx="1"/>
          </p:cNvCxnSpPr>
          <p:nvPr/>
        </p:nvCxnSpPr>
        <p:spPr>
          <a:xfrm flipH="1" flipV="1">
            <a:off x="1591438" y="2603591"/>
            <a:ext cx="74632" cy="164724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21">
            <a:extLst>
              <a:ext uri="{FF2B5EF4-FFF2-40B4-BE49-F238E27FC236}">
                <a16:creationId xmlns:a16="http://schemas.microsoft.com/office/drawing/2014/main" id="{7B6F6D1F-FB0F-4224-9BF0-DCCDA5A1F9A9}"/>
              </a:ext>
            </a:extLst>
          </p:cNvPr>
          <p:cNvSpPr/>
          <p:nvPr/>
        </p:nvSpPr>
        <p:spPr>
          <a:xfrm>
            <a:off x="2759702" y="2060826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Code Analysis</a:t>
            </a:r>
          </a:p>
        </p:txBody>
      </p:sp>
      <p:sp>
        <p:nvSpPr>
          <p:cNvPr id="45" name="Rounded Rectangle 21">
            <a:extLst>
              <a:ext uri="{FF2B5EF4-FFF2-40B4-BE49-F238E27FC236}">
                <a16:creationId xmlns:a16="http://schemas.microsoft.com/office/drawing/2014/main" id="{59C5700D-5B92-44B1-82A4-FDA938DD212D}"/>
              </a:ext>
            </a:extLst>
          </p:cNvPr>
          <p:cNvSpPr/>
          <p:nvPr/>
        </p:nvSpPr>
        <p:spPr>
          <a:xfrm>
            <a:off x="4097871" y="2976517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Static code analysis (</a:t>
            </a:r>
            <a:r>
              <a:rPr lang="en-US" sz="854" dirty="0" err="1"/>
              <a:t>PHPStan</a:t>
            </a:r>
            <a:r>
              <a:rPr lang="en-US" sz="854" dirty="0"/>
              <a:t>)</a:t>
            </a:r>
          </a:p>
        </p:txBody>
      </p:sp>
      <p:sp>
        <p:nvSpPr>
          <p:cNvPr id="46" name="Rounded Rectangle 21">
            <a:extLst>
              <a:ext uri="{FF2B5EF4-FFF2-40B4-BE49-F238E27FC236}">
                <a16:creationId xmlns:a16="http://schemas.microsoft.com/office/drawing/2014/main" id="{D6BA0198-A8BF-4D4D-AC13-1C33CC07394E}"/>
              </a:ext>
            </a:extLst>
          </p:cNvPr>
          <p:cNvSpPr/>
          <p:nvPr/>
        </p:nvSpPr>
        <p:spPr>
          <a:xfrm>
            <a:off x="3201927" y="3631448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Dynamic code analysis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9E6DFFD-9059-4DBE-82EB-5BD40FAEDF8F}"/>
              </a:ext>
            </a:extLst>
          </p:cNvPr>
          <p:cNvCxnSpPr>
            <a:cxnSpLocks/>
            <a:stCxn id="45" idx="0"/>
          </p:cNvCxnSpPr>
          <p:nvPr/>
        </p:nvCxnSpPr>
        <p:spPr>
          <a:xfrm flipH="1" flipV="1">
            <a:off x="3616790" y="2560917"/>
            <a:ext cx="1103634" cy="4156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81B1D8F-4967-46EB-89C8-58ACB8494136}"/>
              </a:ext>
            </a:extLst>
          </p:cNvPr>
          <p:cNvCxnSpPr>
            <a:cxnSpLocks/>
            <a:stCxn id="46" idx="0"/>
          </p:cNvCxnSpPr>
          <p:nvPr/>
        </p:nvCxnSpPr>
        <p:spPr>
          <a:xfrm flipH="1" flipV="1">
            <a:off x="3395134" y="2529040"/>
            <a:ext cx="429346" cy="110240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25BEB17-A297-403B-8868-2BD484DC05B3}"/>
              </a:ext>
            </a:extLst>
          </p:cNvPr>
          <p:cNvCxnSpPr>
            <a:cxnSpLocks/>
            <a:stCxn id="44" idx="0"/>
            <a:endCxn id="23" idx="4"/>
          </p:cNvCxnSpPr>
          <p:nvPr/>
        </p:nvCxnSpPr>
        <p:spPr>
          <a:xfrm flipH="1" flipV="1">
            <a:off x="1754676" y="1525205"/>
            <a:ext cx="1640459" cy="53562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21">
            <a:extLst>
              <a:ext uri="{FF2B5EF4-FFF2-40B4-BE49-F238E27FC236}">
                <a16:creationId xmlns:a16="http://schemas.microsoft.com/office/drawing/2014/main" id="{3ABE8DD5-6BD5-4A61-9B79-8D7B279E08CD}"/>
              </a:ext>
            </a:extLst>
          </p:cNvPr>
          <p:cNvSpPr/>
          <p:nvPr/>
        </p:nvSpPr>
        <p:spPr>
          <a:xfrm>
            <a:off x="114217" y="4881129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All inputs validated on server using whitelist</a:t>
            </a:r>
          </a:p>
        </p:txBody>
      </p:sp>
      <p:sp>
        <p:nvSpPr>
          <p:cNvPr id="55" name="Rounded Rectangle 21">
            <a:extLst>
              <a:ext uri="{FF2B5EF4-FFF2-40B4-BE49-F238E27FC236}">
                <a16:creationId xmlns:a16="http://schemas.microsoft.com/office/drawing/2014/main" id="{BD765C4E-E3AB-462E-BC8B-0A3E10112311}"/>
              </a:ext>
            </a:extLst>
          </p:cNvPr>
          <p:cNvSpPr/>
          <p:nvPr/>
        </p:nvSpPr>
        <p:spPr>
          <a:xfrm>
            <a:off x="80432" y="5566900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Simple Design</a:t>
            </a: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3B41729F-C4D4-4D46-AF63-09FF93D1CF22}"/>
              </a:ext>
            </a:extLst>
          </p:cNvPr>
          <p:cNvSpPr/>
          <p:nvPr/>
        </p:nvSpPr>
        <p:spPr>
          <a:xfrm>
            <a:off x="91201" y="6229758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Least privilege</a:t>
            </a:r>
          </a:p>
        </p:txBody>
      </p:sp>
      <p:sp>
        <p:nvSpPr>
          <p:cNvPr id="57" name="Rounded Rectangle 21">
            <a:extLst>
              <a:ext uri="{FF2B5EF4-FFF2-40B4-BE49-F238E27FC236}">
                <a16:creationId xmlns:a16="http://schemas.microsoft.com/office/drawing/2014/main" id="{354D97A2-BA1F-4926-897B-901D21EA6488}"/>
              </a:ext>
            </a:extLst>
          </p:cNvPr>
          <p:cNvSpPr/>
          <p:nvPr/>
        </p:nvSpPr>
        <p:spPr>
          <a:xfrm>
            <a:off x="2702363" y="4912629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Open Design</a:t>
            </a:r>
          </a:p>
        </p:txBody>
      </p:sp>
      <p:sp>
        <p:nvSpPr>
          <p:cNvPr id="58" name="Rounded Rectangle 21">
            <a:extLst>
              <a:ext uri="{FF2B5EF4-FFF2-40B4-BE49-F238E27FC236}">
                <a16:creationId xmlns:a16="http://schemas.microsoft.com/office/drawing/2014/main" id="{ADCC6336-09AC-4617-A5ED-99CDE4D5142B}"/>
              </a:ext>
            </a:extLst>
          </p:cNvPr>
          <p:cNvSpPr/>
          <p:nvPr/>
        </p:nvSpPr>
        <p:spPr>
          <a:xfrm>
            <a:off x="2696346" y="5585954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Fail Safe Defaults</a:t>
            </a:r>
          </a:p>
        </p:txBody>
      </p:sp>
      <p:sp>
        <p:nvSpPr>
          <p:cNvPr id="59" name="Rounded Rectangle 21">
            <a:extLst>
              <a:ext uri="{FF2B5EF4-FFF2-40B4-BE49-F238E27FC236}">
                <a16:creationId xmlns:a16="http://schemas.microsoft.com/office/drawing/2014/main" id="{21E1539B-C901-49A4-A5C1-97565FD48461}"/>
              </a:ext>
            </a:extLst>
          </p:cNvPr>
          <p:cNvSpPr/>
          <p:nvPr/>
        </p:nvSpPr>
        <p:spPr>
          <a:xfrm>
            <a:off x="2696346" y="6227778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Complete mediation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65A180E-CEA1-4B3F-A8D3-55BA3E7011E3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796297" y="4517513"/>
            <a:ext cx="1492326" cy="35377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3A7B870-1B94-42B5-B429-AD024EB24928}"/>
              </a:ext>
            </a:extLst>
          </p:cNvPr>
          <p:cNvCxnSpPr>
            <a:cxnSpLocks/>
            <a:stCxn id="55" idx="3"/>
            <a:endCxn id="35" idx="2"/>
          </p:cNvCxnSpPr>
          <p:nvPr/>
        </p:nvCxnSpPr>
        <p:spPr>
          <a:xfrm flipV="1">
            <a:off x="1351297" y="4517513"/>
            <a:ext cx="937326" cy="128349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40B0E26-BFB3-48FA-9101-46C839682DFC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1374873" y="4517513"/>
            <a:ext cx="913750" cy="185475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3C0B091-3ED0-4B78-B1FA-4931D850F523}"/>
              </a:ext>
            </a:extLst>
          </p:cNvPr>
          <p:cNvCxnSpPr>
            <a:cxnSpLocks/>
            <a:stCxn id="57" idx="0"/>
            <a:endCxn id="35" idx="2"/>
          </p:cNvCxnSpPr>
          <p:nvPr/>
        </p:nvCxnSpPr>
        <p:spPr>
          <a:xfrm flipH="1" flipV="1">
            <a:off x="2288623" y="4517513"/>
            <a:ext cx="1049173" cy="39511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FCA2AE0-C697-4882-9333-2B67A070EABB}"/>
              </a:ext>
            </a:extLst>
          </p:cNvPr>
          <p:cNvCxnSpPr>
            <a:cxnSpLocks/>
            <a:endCxn id="35" idx="2"/>
          </p:cNvCxnSpPr>
          <p:nvPr/>
        </p:nvCxnSpPr>
        <p:spPr>
          <a:xfrm flipH="1" flipV="1">
            <a:off x="2288623" y="4517513"/>
            <a:ext cx="407723" cy="112678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E44EE11-AFAE-4EB2-9148-B743E9B687AD}"/>
              </a:ext>
            </a:extLst>
          </p:cNvPr>
          <p:cNvCxnSpPr>
            <a:cxnSpLocks/>
            <a:stCxn id="59" idx="1"/>
          </p:cNvCxnSpPr>
          <p:nvPr/>
        </p:nvCxnSpPr>
        <p:spPr>
          <a:xfrm flipH="1" flipV="1">
            <a:off x="2254840" y="4541997"/>
            <a:ext cx="441506" cy="19198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21">
            <a:extLst>
              <a:ext uri="{FF2B5EF4-FFF2-40B4-BE49-F238E27FC236}">
                <a16:creationId xmlns:a16="http://schemas.microsoft.com/office/drawing/2014/main" id="{D2BB4E2D-DBCB-46EE-851A-4FAA04C9751E}"/>
              </a:ext>
            </a:extLst>
          </p:cNvPr>
          <p:cNvSpPr/>
          <p:nvPr/>
        </p:nvSpPr>
        <p:spPr>
          <a:xfrm>
            <a:off x="4168607" y="4881129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Least Common Mechanism</a:t>
            </a:r>
          </a:p>
          <a:p>
            <a:pPr algn="ctr" eaLnBrk="1" hangingPunct="1">
              <a:defRPr/>
            </a:pPr>
            <a:endParaRPr lang="en-US" sz="854" dirty="0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F385766-7931-497C-AEE2-DF375FE689C0}"/>
              </a:ext>
            </a:extLst>
          </p:cNvPr>
          <p:cNvCxnSpPr>
            <a:cxnSpLocks/>
            <a:stCxn id="77" idx="0"/>
          </p:cNvCxnSpPr>
          <p:nvPr/>
        </p:nvCxnSpPr>
        <p:spPr>
          <a:xfrm flipH="1" flipV="1">
            <a:off x="2695985" y="4535429"/>
            <a:ext cx="2108055" cy="3457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21">
            <a:extLst>
              <a:ext uri="{FF2B5EF4-FFF2-40B4-BE49-F238E27FC236}">
                <a16:creationId xmlns:a16="http://schemas.microsoft.com/office/drawing/2014/main" id="{07D11CBA-850E-4B8B-8251-3CCDA17BB19D}"/>
              </a:ext>
            </a:extLst>
          </p:cNvPr>
          <p:cNvSpPr/>
          <p:nvPr/>
        </p:nvSpPr>
        <p:spPr>
          <a:xfrm>
            <a:off x="4224065" y="2062394"/>
            <a:ext cx="1270865" cy="46821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Security in implementation</a:t>
            </a:r>
          </a:p>
        </p:txBody>
      </p:sp>
      <p:sp>
        <p:nvSpPr>
          <p:cNvPr id="83" name="Rounded Rectangle 21">
            <a:extLst>
              <a:ext uri="{FF2B5EF4-FFF2-40B4-BE49-F238E27FC236}">
                <a16:creationId xmlns:a16="http://schemas.microsoft.com/office/drawing/2014/main" id="{4B600784-4C5E-4737-B296-4FE095417F5E}"/>
              </a:ext>
            </a:extLst>
          </p:cNvPr>
          <p:cNvSpPr/>
          <p:nvPr/>
        </p:nvSpPr>
        <p:spPr>
          <a:xfrm>
            <a:off x="5951176" y="2060826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Security in integration &amp; verification</a:t>
            </a:r>
          </a:p>
        </p:txBody>
      </p:sp>
      <p:sp>
        <p:nvSpPr>
          <p:cNvPr id="84" name="Rounded Rectangle 21">
            <a:extLst>
              <a:ext uri="{FF2B5EF4-FFF2-40B4-BE49-F238E27FC236}">
                <a16:creationId xmlns:a16="http://schemas.microsoft.com/office/drawing/2014/main" id="{4C9A5E0F-1AAF-4B91-85F8-31F32B3E11FB}"/>
              </a:ext>
            </a:extLst>
          </p:cNvPr>
          <p:cNvSpPr/>
          <p:nvPr/>
        </p:nvSpPr>
        <p:spPr>
          <a:xfrm>
            <a:off x="7651833" y="2091152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Security in maintenance</a:t>
            </a:r>
          </a:p>
        </p:txBody>
      </p:sp>
      <p:sp>
        <p:nvSpPr>
          <p:cNvPr id="85" name="Rounded Rectangle 21">
            <a:extLst>
              <a:ext uri="{FF2B5EF4-FFF2-40B4-BE49-F238E27FC236}">
                <a16:creationId xmlns:a16="http://schemas.microsoft.com/office/drawing/2014/main" id="{334F86D2-7C9B-4EC7-8915-C90D4201F711}"/>
              </a:ext>
            </a:extLst>
          </p:cNvPr>
          <p:cNvSpPr/>
          <p:nvPr/>
        </p:nvSpPr>
        <p:spPr>
          <a:xfrm>
            <a:off x="8325106" y="2915723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Symfony security checker for packages vulnerabilities 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B9A15F8-BDED-49B5-9E6A-401F726E7D5D}"/>
              </a:ext>
            </a:extLst>
          </p:cNvPr>
          <p:cNvCxnSpPr>
            <a:cxnSpLocks/>
            <a:stCxn id="85" idx="0"/>
          </p:cNvCxnSpPr>
          <p:nvPr/>
        </p:nvCxnSpPr>
        <p:spPr>
          <a:xfrm flipH="1" flipV="1">
            <a:off x="8372501" y="2567355"/>
            <a:ext cx="575158" cy="34836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21">
            <a:extLst>
              <a:ext uri="{FF2B5EF4-FFF2-40B4-BE49-F238E27FC236}">
                <a16:creationId xmlns:a16="http://schemas.microsoft.com/office/drawing/2014/main" id="{B576E7E9-5FDF-4A36-847A-EE807DD5497A}"/>
              </a:ext>
            </a:extLst>
          </p:cNvPr>
          <p:cNvSpPr/>
          <p:nvPr/>
        </p:nvSpPr>
        <p:spPr>
          <a:xfrm>
            <a:off x="5387282" y="3750057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 err="1"/>
              <a:t>ESLint</a:t>
            </a:r>
            <a:r>
              <a:rPr lang="en-US" sz="854" dirty="0"/>
              <a:t> checker for React </a:t>
            </a:r>
          </a:p>
        </p:txBody>
      </p:sp>
      <p:sp>
        <p:nvSpPr>
          <p:cNvPr id="89" name="Rounded Rectangle 21">
            <a:extLst>
              <a:ext uri="{FF2B5EF4-FFF2-40B4-BE49-F238E27FC236}">
                <a16:creationId xmlns:a16="http://schemas.microsoft.com/office/drawing/2014/main" id="{FE9F630C-3815-42F4-B4DA-DEDC5DE86153}"/>
              </a:ext>
            </a:extLst>
          </p:cNvPr>
          <p:cNvSpPr/>
          <p:nvPr/>
        </p:nvSpPr>
        <p:spPr>
          <a:xfrm>
            <a:off x="7802198" y="3759673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OWASP Zap Tool for fixing the reported flaws</a:t>
            </a:r>
          </a:p>
        </p:txBody>
      </p:sp>
      <p:sp>
        <p:nvSpPr>
          <p:cNvPr id="90" name="Rounded Rectangle 21">
            <a:extLst>
              <a:ext uri="{FF2B5EF4-FFF2-40B4-BE49-F238E27FC236}">
                <a16:creationId xmlns:a16="http://schemas.microsoft.com/office/drawing/2014/main" id="{6B9CB58A-6443-45F5-99AD-DFF905593DB8}"/>
              </a:ext>
            </a:extLst>
          </p:cNvPr>
          <p:cNvSpPr/>
          <p:nvPr/>
        </p:nvSpPr>
        <p:spPr>
          <a:xfrm>
            <a:off x="7428220" y="4468318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Negative testing for user authentication</a:t>
            </a:r>
          </a:p>
        </p:txBody>
      </p:sp>
      <p:sp>
        <p:nvSpPr>
          <p:cNvPr id="91" name="Rounded Rectangle 21">
            <a:extLst>
              <a:ext uri="{FF2B5EF4-FFF2-40B4-BE49-F238E27FC236}">
                <a16:creationId xmlns:a16="http://schemas.microsoft.com/office/drawing/2014/main" id="{DEFD4980-E99B-46CC-9C01-4BFE406F41E0}"/>
              </a:ext>
            </a:extLst>
          </p:cNvPr>
          <p:cNvSpPr/>
          <p:nvPr/>
        </p:nvSpPr>
        <p:spPr>
          <a:xfrm>
            <a:off x="5741612" y="4460291"/>
            <a:ext cx="1270865" cy="4682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Manual testing by playing the game for functionality test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1D8F12F-B726-4D98-9FEB-74446FE0F8F6}"/>
              </a:ext>
            </a:extLst>
          </p:cNvPr>
          <p:cNvCxnSpPr>
            <a:cxnSpLocks/>
            <a:endCxn id="83" idx="2"/>
          </p:cNvCxnSpPr>
          <p:nvPr/>
        </p:nvCxnSpPr>
        <p:spPr>
          <a:xfrm flipV="1">
            <a:off x="6299711" y="2529039"/>
            <a:ext cx="286898" cy="123347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CD2F709-3D0F-4651-A3AF-17B9609981A7}"/>
              </a:ext>
            </a:extLst>
          </p:cNvPr>
          <p:cNvCxnSpPr>
            <a:cxnSpLocks/>
          </p:cNvCxnSpPr>
          <p:nvPr/>
        </p:nvCxnSpPr>
        <p:spPr>
          <a:xfrm flipH="1" flipV="1">
            <a:off x="6691615" y="2577341"/>
            <a:ext cx="46405" cy="18829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F884821-6C84-46F1-9DAB-A2B7CB511884}"/>
              </a:ext>
            </a:extLst>
          </p:cNvPr>
          <p:cNvCxnSpPr>
            <a:cxnSpLocks/>
            <a:stCxn id="89" idx="0"/>
          </p:cNvCxnSpPr>
          <p:nvPr/>
        </p:nvCxnSpPr>
        <p:spPr>
          <a:xfrm flipH="1" flipV="1">
            <a:off x="6843026" y="2567354"/>
            <a:ext cx="1594605" cy="119231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26A0F6F-B2DC-41CF-AFDD-CA7AD0C769B6}"/>
              </a:ext>
            </a:extLst>
          </p:cNvPr>
          <p:cNvCxnSpPr>
            <a:cxnSpLocks/>
          </p:cNvCxnSpPr>
          <p:nvPr/>
        </p:nvCxnSpPr>
        <p:spPr>
          <a:xfrm flipH="1" flipV="1">
            <a:off x="6763154" y="2586238"/>
            <a:ext cx="1039044" cy="188366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0CF18A13-7C2A-4727-8630-99B0931F76AE}"/>
              </a:ext>
            </a:extLst>
          </p:cNvPr>
          <p:cNvCxnSpPr>
            <a:cxnSpLocks/>
            <a:stCxn id="82" idx="0"/>
          </p:cNvCxnSpPr>
          <p:nvPr/>
        </p:nvCxnSpPr>
        <p:spPr>
          <a:xfrm flipH="1" flipV="1">
            <a:off x="2136594" y="1524070"/>
            <a:ext cx="2722904" cy="5383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CF4044F-5983-42D7-A0B7-54CE68CDC784}"/>
              </a:ext>
            </a:extLst>
          </p:cNvPr>
          <p:cNvCxnSpPr>
            <a:cxnSpLocks/>
            <a:stCxn id="83" idx="0"/>
          </p:cNvCxnSpPr>
          <p:nvPr/>
        </p:nvCxnSpPr>
        <p:spPr>
          <a:xfrm flipH="1" flipV="1">
            <a:off x="2518513" y="1419120"/>
            <a:ext cx="4068096" cy="641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B828701-B180-4D22-8953-5D66EEE5015A}"/>
              </a:ext>
            </a:extLst>
          </p:cNvPr>
          <p:cNvCxnSpPr>
            <a:cxnSpLocks/>
            <a:stCxn id="84" idx="0"/>
          </p:cNvCxnSpPr>
          <p:nvPr/>
        </p:nvCxnSpPr>
        <p:spPr>
          <a:xfrm flipH="1" flipV="1">
            <a:off x="2695986" y="1285776"/>
            <a:ext cx="5591280" cy="80537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932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21">
            <a:extLst>
              <a:ext uri="{FF2B5EF4-FFF2-40B4-BE49-F238E27FC236}">
                <a16:creationId xmlns:a16="http://schemas.microsoft.com/office/drawing/2014/main" id="{A11EA375-8E15-47B2-9523-D6DA9085A442}"/>
              </a:ext>
            </a:extLst>
          </p:cNvPr>
          <p:cNvSpPr/>
          <p:nvPr/>
        </p:nvSpPr>
        <p:spPr>
          <a:xfrm>
            <a:off x="2899236" y="1420523"/>
            <a:ext cx="1524350" cy="8087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Used </a:t>
            </a:r>
            <a:r>
              <a:rPr lang="en-US" sz="854" dirty="0" err="1"/>
              <a:t>npm</a:t>
            </a:r>
            <a:r>
              <a:rPr lang="en-US" sz="854" dirty="0"/>
              <a:t> package manager to make sure all the packages used in front end framework don’t have security issues</a:t>
            </a: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39A5DBA2-90D1-4156-B177-87C690E9B9AC}"/>
              </a:ext>
            </a:extLst>
          </p:cNvPr>
          <p:cNvSpPr/>
          <p:nvPr/>
        </p:nvSpPr>
        <p:spPr>
          <a:xfrm>
            <a:off x="479395" y="1224253"/>
            <a:ext cx="1550942" cy="8087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Use security checker for all symphony packages used in server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551149-018C-489F-AF38-91FB383D6162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254866" y="861881"/>
            <a:ext cx="1346291" cy="36237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5D4572E-827A-45DE-9172-236FB1D51CEF}"/>
              </a:ext>
            </a:extLst>
          </p:cNvPr>
          <p:cNvCxnSpPr>
            <a:cxnSpLocks/>
            <a:stCxn id="4" idx="0"/>
            <a:endCxn id="23" idx="2"/>
          </p:cNvCxnSpPr>
          <p:nvPr/>
        </p:nvCxnSpPr>
        <p:spPr>
          <a:xfrm flipH="1" flipV="1">
            <a:off x="3091321" y="861880"/>
            <a:ext cx="570090" cy="55864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21">
            <a:extLst>
              <a:ext uri="{FF2B5EF4-FFF2-40B4-BE49-F238E27FC236}">
                <a16:creationId xmlns:a16="http://schemas.microsoft.com/office/drawing/2014/main" id="{0FB096D7-248B-4435-93B6-5578933CA216}"/>
              </a:ext>
            </a:extLst>
          </p:cNvPr>
          <p:cNvSpPr/>
          <p:nvPr/>
        </p:nvSpPr>
        <p:spPr>
          <a:xfrm>
            <a:off x="1249103" y="2656395"/>
            <a:ext cx="1573710" cy="8769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OWASP Top 10 Vulnerabilities countered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4A986C-4086-4710-B02B-E5123D9B7A5D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2035958" y="861881"/>
            <a:ext cx="786855" cy="179451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1">
            <a:extLst>
              <a:ext uri="{FF2B5EF4-FFF2-40B4-BE49-F238E27FC236}">
                <a16:creationId xmlns:a16="http://schemas.microsoft.com/office/drawing/2014/main" id="{731BD533-B435-49B2-9B6F-D3120CED8C58}"/>
              </a:ext>
            </a:extLst>
          </p:cNvPr>
          <p:cNvSpPr/>
          <p:nvPr/>
        </p:nvSpPr>
        <p:spPr>
          <a:xfrm>
            <a:off x="2455888" y="393667"/>
            <a:ext cx="1270865" cy="46821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Security in implementation</a:t>
            </a:r>
          </a:p>
        </p:txBody>
      </p:sp>
      <p:sp>
        <p:nvSpPr>
          <p:cNvPr id="37" name="Rounded Rectangle 21">
            <a:extLst>
              <a:ext uri="{FF2B5EF4-FFF2-40B4-BE49-F238E27FC236}">
                <a16:creationId xmlns:a16="http://schemas.microsoft.com/office/drawing/2014/main" id="{7C0436B5-6938-421C-8389-89EB93E69607}"/>
              </a:ext>
            </a:extLst>
          </p:cNvPr>
          <p:cNvSpPr/>
          <p:nvPr/>
        </p:nvSpPr>
        <p:spPr>
          <a:xfrm>
            <a:off x="3998" y="3978366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Injection (SQL/NoSQL)</a:t>
            </a:r>
          </a:p>
        </p:txBody>
      </p:sp>
      <p:sp>
        <p:nvSpPr>
          <p:cNvPr id="38" name="Rounded Rectangle 21">
            <a:extLst>
              <a:ext uri="{FF2B5EF4-FFF2-40B4-BE49-F238E27FC236}">
                <a16:creationId xmlns:a16="http://schemas.microsoft.com/office/drawing/2014/main" id="{09875A48-FB20-422D-B737-C6501EC29D8B}"/>
              </a:ext>
            </a:extLst>
          </p:cNvPr>
          <p:cNvSpPr/>
          <p:nvPr/>
        </p:nvSpPr>
        <p:spPr>
          <a:xfrm>
            <a:off x="0" y="4698780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Broken Authentication</a:t>
            </a: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A869EC5F-C602-47D0-982D-61DDA8E4DD1A}"/>
              </a:ext>
            </a:extLst>
          </p:cNvPr>
          <p:cNvSpPr/>
          <p:nvPr/>
        </p:nvSpPr>
        <p:spPr>
          <a:xfrm>
            <a:off x="9761" y="5574440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Sensitive Data Exposure</a:t>
            </a:r>
          </a:p>
        </p:txBody>
      </p:sp>
      <p:sp>
        <p:nvSpPr>
          <p:cNvPr id="40" name="Rounded Rectangle 21">
            <a:extLst>
              <a:ext uri="{FF2B5EF4-FFF2-40B4-BE49-F238E27FC236}">
                <a16:creationId xmlns:a16="http://schemas.microsoft.com/office/drawing/2014/main" id="{7A4B8102-6C1A-4336-B74F-C008440D3761}"/>
              </a:ext>
            </a:extLst>
          </p:cNvPr>
          <p:cNvSpPr/>
          <p:nvPr/>
        </p:nvSpPr>
        <p:spPr>
          <a:xfrm>
            <a:off x="56381" y="6294854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XML External Entities (XEE)</a:t>
            </a:r>
          </a:p>
        </p:txBody>
      </p:sp>
      <p:sp>
        <p:nvSpPr>
          <p:cNvPr id="41" name="Rounded Rectangle 21">
            <a:extLst>
              <a:ext uri="{FF2B5EF4-FFF2-40B4-BE49-F238E27FC236}">
                <a16:creationId xmlns:a16="http://schemas.microsoft.com/office/drawing/2014/main" id="{BAE5AB1F-7604-47B4-9F4E-19D24E8B47BE}"/>
              </a:ext>
            </a:extLst>
          </p:cNvPr>
          <p:cNvSpPr/>
          <p:nvPr/>
        </p:nvSpPr>
        <p:spPr>
          <a:xfrm>
            <a:off x="2276683" y="3978366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Broken Access Control</a:t>
            </a:r>
          </a:p>
        </p:txBody>
      </p:sp>
      <p:sp>
        <p:nvSpPr>
          <p:cNvPr id="42" name="Rounded Rectangle 21">
            <a:extLst>
              <a:ext uri="{FF2B5EF4-FFF2-40B4-BE49-F238E27FC236}">
                <a16:creationId xmlns:a16="http://schemas.microsoft.com/office/drawing/2014/main" id="{038FCE02-D37E-4BE4-B673-278573A158B6}"/>
              </a:ext>
            </a:extLst>
          </p:cNvPr>
          <p:cNvSpPr/>
          <p:nvPr/>
        </p:nvSpPr>
        <p:spPr>
          <a:xfrm>
            <a:off x="2276682" y="4718049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Security Misconfiguration</a:t>
            </a:r>
          </a:p>
        </p:txBody>
      </p:sp>
      <p:sp>
        <p:nvSpPr>
          <p:cNvPr id="43" name="Rounded Rectangle 21">
            <a:extLst>
              <a:ext uri="{FF2B5EF4-FFF2-40B4-BE49-F238E27FC236}">
                <a16:creationId xmlns:a16="http://schemas.microsoft.com/office/drawing/2014/main" id="{E4A0A529-9B64-4CB2-A2EB-0754A4FFDB50}"/>
              </a:ext>
            </a:extLst>
          </p:cNvPr>
          <p:cNvSpPr/>
          <p:nvPr/>
        </p:nvSpPr>
        <p:spPr>
          <a:xfrm>
            <a:off x="2276682" y="5567011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Cross Site Scripting (XSS)</a:t>
            </a:r>
          </a:p>
        </p:txBody>
      </p:sp>
      <p:sp>
        <p:nvSpPr>
          <p:cNvPr id="44" name="Rounded Rectangle 21">
            <a:extLst>
              <a:ext uri="{FF2B5EF4-FFF2-40B4-BE49-F238E27FC236}">
                <a16:creationId xmlns:a16="http://schemas.microsoft.com/office/drawing/2014/main" id="{0FF3EDA1-9A67-491B-8B9D-7C3620572F5A}"/>
              </a:ext>
            </a:extLst>
          </p:cNvPr>
          <p:cNvSpPr/>
          <p:nvPr/>
        </p:nvSpPr>
        <p:spPr>
          <a:xfrm>
            <a:off x="2276681" y="6197658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Insecure Deserialization</a:t>
            </a:r>
          </a:p>
        </p:txBody>
      </p:sp>
      <p:sp>
        <p:nvSpPr>
          <p:cNvPr id="45" name="Rounded Rectangle 21">
            <a:extLst>
              <a:ext uri="{FF2B5EF4-FFF2-40B4-BE49-F238E27FC236}">
                <a16:creationId xmlns:a16="http://schemas.microsoft.com/office/drawing/2014/main" id="{EDA82F2A-EC1B-4C9E-AF8E-663B56340B80}"/>
              </a:ext>
            </a:extLst>
          </p:cNvPr>
          <p:cNvSpPr/>
          <p:nvPr/>
        </p:nvSpPr>
        <p:spPr>
          <a:xfrm>
            <a:off x="3830760" y="4095396"/>
            <a:ext cx="1304397" cy="6985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Using components wit h Known Vulnerabilities</a:t>
            </a:r>
          </a:p>
        </p:txBody>
      </p:sp>
      <p:sp>
        <p:nvSpPr>
          <p:cNvPr id="46" name="Rounded Rectangle 21">
            <a:extLst>
              <a:ext uri="{FF2B5EF4-FFF2-40B4-BE49-F238E27FC236}">
                <a16:creationId xmlns:a16="http://schemas.microsoft.com/office/drawing/2014/main" id="{C08FEE94-290A-4CC7-9495-64230795D594}"/>
              </a:ext>
            </a:extLst>
          </p:cNvPr>
          <p:cNvSpPr/>
          <p:nvPr/>
        </p:nvSpPr>
        <p:spPr>
          <a:xfrm>
            <a:off x="3382448" y="3211154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Insufficient Logging &amp; Monitoring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B59A04C-6017-4348-A46E-2E73FDD4160B}"/>
              </a:ext>
            </a:extLst>
          </p:cNvPr>
          <p:cNvCxnSpPr>
            <a:cxnSpLocks/>
          </p:cNvCxnSpPr>
          <p:nvPr/>
        </p:nvCxnSpPr>
        <p:spPr>
          <a:xfrm flipV="1">
            <a:off x="644933" y="3533313"/>
            <a:ext cx="903287" cy="4468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B016967-A3A4-4074-B4FB-C82827B7821C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1245105" y="3533313"/>
            <a:ext cx="447552" cy="143214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380E34A-2A1D-4C43-BF1C-76A5C2A55BF0}"/>
              </a:ext>
            </a:extLst>
          </p:cNvPr>
          <p:cNvCxnSpPr>
            <a:cxnSpLocks/>
          </p:cNvCxnSpPr>
          <p:nvPr/>
        </p:nvCxnSpPr>
        <p:spPr>
          <a:xfrm flipV="1">
            <a:off x="1254866" y="3581027"/>
            <a:ext cx="590411" cy="199341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624FEDF-8C8C-4BBE-9CF2-6CC226619274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1309683" y="3533313"/>
            <a:ext cx="726275" cy="276154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71A1CC4-6030-46F5-86B7-589E72F5A822}"/>
              </a:ext>
            </a:extLst>
          </p:cNvPr>
          <p:cNvCxnSpPr>
            <a:cxnSpLocks/>
            <a:stCxn id="41" idx="0"/>
          </p:cNvCxnSpPr>
          <p:nvPr/>
        </p:nvCxnSpPr>
        <p:spPr>
          <a:xfrm flipH="1" flipV="1">
            <a:off x="2618564" y="3526225"/>
            <a:ext cx="280672" cy="45214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3864AD4-8773-4B95-AB6C-C19EEFA59EFF}"/>
              </a:ext>
            </a:extLst>
          </p:cNvPr>
          <p:cNvCxnSpPr>
            <a:cxnSpLocks/>
          </p:cNvCxnSpPr>
          <p:nvPr/>
        </p:nvCxnSpPr>
        <p:spPr>
          <a:xfrm flipH="1" flipV="1">
            <a:off x="2175010" y="3533313"/>
            <a:ext cx="101671" cy="120732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9942371-46A9-4064-8D81-D1DEFC349AC9}"/>
              </a:ext>
            </a:extLst>
          </p:cNvPr>
          <p:cNvCxnSpPr>
            <a:cxnSpLocks/>
            <a:stCxn id="43" idx="1"/>
          </p:cNvCxnSpPr>
          <p:nvPr/>
        </p:nvCxnSpPr>
        <p:spPr>
          <a:xfrm flipH="1" flipV="1">
            <a:off x="2096540" y="3533314"/>
            <a:ext cx="180142" cy="230037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C2437CA-7D90-464B-A6C2-BA941F697CA3}"/>
              </a:ext>
            </a:extLst>
          </p:cNvPr>
          <p:cNvCxnSpPr>
            <a:cxnSpLocks/>
            <a:stCxn id="44" idx="1"/>
          </p:cNvCxnSpPr>
          <p:nvPr/>
        </p:nvCxnSpPr>
        <p:spPr>
          <a:xfrm flipH="1" flipV="1">
            <a:off x="1975469" y="3533315"/>
            <a:ext cx="301212" cy="29310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AA344E1-E3C5-4620-87D7-608E9CD58CF4}"/>
              </a:ext>
            </a:extLst>
          </p:cNvPr>
          <p:cNvCxnSpPr>
            <a:cxnSpLocks/>
            <a:stCxn id="46" idx="0"/>
            <a:endCxn id="17" idx="3"/>
          </p:cNvCxnSpPr>
          <p:nvPr/>
        </p:nvCxnSpPr>
        <p:spPr>
          <a:xfrm flipH="1" flipV="1">
            <a:off x="2822813" y="3094854"/>
            <a:ext cx="1182188" cy="1163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1A64DB7-0974-4987-852F-D56FDDC4031C}"/>
              </a:ext>
            </a:extLst>
          </p:cNvPr>
          <p:cNvCxnSpPr>
            <a:cxnSpLocks/>
          </p:cNvCxnSpPr>
          <p:nvPr/>
        </p:nvCxnSpPr>
        <p:spPr>
          <a:xfrm flipH="1" flipV="1">
            <a:off x="2789327" y="3489329"/>
            <a:ext cx="1098664" cy="6476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21">
            <a:extLst>
              <a:ext uri="{FF2B5EF4-FFF2-40B4-BE49-F238E27FC236}">
                <a16:creationId xmlns:a16="http://schemas.microsoft.com/office/drawing/2014/main" id="{62DFAAC7-DB45-4602-82F1-89D4BF84342B}"/>
              </a:ext>
            </a:extLst>
          </p:cNvPr>
          <p:cNvSpPr/>
          <p:nvPr/>
        </p:nvSpPr>
        <p:spPr>
          <a:xfrm>
            <a:off x="6741918" y="1141201"/>
            <a:ext cx="1524350" cy="8087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Security Hardening 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0FD4F31-603C-48D8-8636-C490DB40B36A}"/>
              </a:ext>
            </a:extLst>
          </p:cNvPr>
          <p:cNvCxnSpPr>
            <a:cxnSpLocks/>
            <a:stCxn id="75" idx="0"/>
            <a:endCxn id="23" idx="3"/>
          </p:cNvCxnSpPr>
          <p:nvPr/>
        </p:nvCxnSpPr>
        <p:spPr>
          <a:xfrm flipH="1" flipV="1">
            <a:off x="3726753" y="627774"/>
            <a:ext cx="3777340" cy="51342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21">
            <a:extLst>
              <a:ext uri="{FF2B5EF4-FFF2-40B4-BE49-F238E27FC236}">
                <a16:creationId xmlns:a16="http://schemas.microsoft.com/office/drawing/2014/main" id="{DBE17CFE-BD08-4137-932D-02C5EA8D3B31}"/>
              </a:ext>
            </a:extLst>
          </p:cNvPr>
          <p:cNvSpPr/>
          <p:nvPr/>
        </p:nvSpPr>
        <p:spPr>
          <a:xfrm>
            <a:off x="5496813" y="2659165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Rate Limit applied for REST </a:t>
            </a:r>
            <a:r>
              <a:rPr lang="en-US" sz="854" dirty="0" err="1"/>
              <a:t>apis</a:t>
            </a:r>
            <a:r>
              <a:rPr lang="en-US" sz="854" dirty="0"/>
              <a:t> for login/registration</a:t>
            </a:r>
          </a:p>
        </p:txBody>
      </p:sp>
      <p:sp>
        <p:nvSpPr>
          <p:cNvPr id="80" name="Rounded Rectangle 21">
            <a:extLst>
              <a:ext uri="{FF2B5EF4-FFF2-40B4-BE49-F238E27FC236}">
                <a16:creationId xmlns:a16="http://schemas.microsoft.com/office/drawing/2014/main" id="{CD85B674-BFAE-4186-9083-043868F28857}"/>
              </a:ext>
            </a:extLst>
          </p:cNvPr>
          <p:cNvSpPr/>
          <p:nvPr/>
        </p:nvSpPr>
        <p:spPr>
          <a:xfrm>
            <a:off x="5559078" y="3557944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Content Security Policy headers added</a:t>
            </a:r>
          </a:p>
        </p:txBody>
      </p:sp>
      <p:sp>
        <p:nvSpPr>
          <p:cNvPr id="81" name="Rounded Rectangle 21">
            <a:extLst>
              <a:ext uri="{FF2B5EF4-FFF2-40B4-BE49-F238E27FC236}">
                <a16:creationId xmlns:a16="http://schemas.microsoft.com/office/drawing/2014/main" id="{D4BC46DD-B440-4384-9E0D-A0420303D3EC}"/>
              </a:ext>
            </a:extLst>
          </p:cNvPr>
          <p:cNvSpPr/>
          <p:nvPr/>
        </p:nvSpPr>
        <p:spPr>
          <a:xfrm>
            <a:off x="5559078" y="4527267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Content Security Policy headers added</a:t>
            </a:r>
          </a:p>
        </p:txBody>
      </p:sp>
      <p:sp>
        <p:nvSpPr>
          <p:cNvPr id="83" name="Rounded Rectangle 21">
            <a:extLst>
              <a:ext uri="{FF2B5EF4-FFF2-40B4-BE49-F238E27FC236}">
                <a16:creationId xmlns:a16="http://schemas.microsoft.com/office/drawing/2014/main" id="{2910EEC4-BC4E-4222-A9AC-657E3D5B4757}"/>
              </a:ext>
            </a:extLst>
          </p:cNvPr>
          <p:cNvSpPr/>
          <p:nvPr/>
        </p:nvSpPr>
        <p:spPr>
          <a:xfrm>
            <a:off x="5559078" y="5370468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HSTS enabled / Force HTTPS for APIs</a:t>
            </a:r>
          </a:p>
        </p:txBody>
      </p:sp>
      <p:sp>
        <p:nvSpPr>
          <p:cNvPr id="84" name="Rounded Rectangle 21">
            <a:extLst>
              <a:ext uri="{FF2B5EF4-FFF2-40B4-BE49-F238E27FC236}">
                <a16:creationId xmlns:a16="http://schemas.microsoft.com/office/drawing/2014/main" id="{BBC19A23-E180-49F7-8AD3-B3C79D756D72}"/>
              </a:ext>
            </a:extLst>
          </p:cNvPr>
          <p:cNvSpPr/>
          <p:nvPr/>
        </p:nvSpPr>
        <p:spPr>
          <a:xfrm>
            <a:off x="7836231" y="2307461"/>
            <a:ext cx="1641331" cy="7198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Hide server information in X-Powered-By headers</a:t>
            </a:r>
          </a:p>
        </p:txBody>
      </p:sp>
      <p:sp>
        <p:nvSpPr>
          <p:cNvPr id="85" name="Rounded Rectangle 21">
            <a:extLst>
              <a:ext uri="{FF2B5EF4-FFF2-40B4-BE49-F238E27FC236}">
                <a16:creationId xmlns:a16="http://schemas.microsoft.com/office/drawing/2014/main" id="{7CBE29E5-7700-4DA9-A621-2D16CEDA2415}"/>
              </a:ext>
            </a:extLst>
          </p:cNvPr>
          <p:cNvSpPr/>
          <p:nvPr/>
        </p:nvSpPr>
        <p:spPr>
          <a:xfrm>
            <a:off x="7830468" y="3319821"/>
            <a:ext cx="1641331" cy="7714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854" dirty="0"/>
          </a:p>
          <a:p>
            <a:pPr algn="ctr">
              <a:defRPr/>
            </a:pPr>
            <a:r>
              <a:rPr lang="en-US" sz="800" dirty="0"/>
              <a:t>Set X-Content-Type-Options header to </a:t>
            </a:r>
            <a:r>
              <a:rPr lang="en-US" sz="800" dirty="0" err="1"/>
              <a:t>nosniff</a:t>
            </a:r>
            <a:r>
              <a:rPr lang="en-US" sz="800" dirty="0"/>
              <a:t> to opt out of MIME sniffing</a:t>
            </a:r>
          </a:p>
          <a:p>
            <a:pPr algn="ctr" eaLnBrk="1" hangingPunct="1">
              <a:defRPr/>
            </a:pPr>
            <a:endParaRPr lang="en-US" sz="854" dirty="0"/>
          </a:p>
        </p:txBody>
      </p:sp>
      <p:sp>
        <p:nvSpPr>
          <p:cNvPr id="86" name="Rounded Rectangle 21">
            <a:extLst>
              <a:ext uri="{FF2B5EF4-FFF2-40B4-BE49-F238E27FC236}">
                <a16:creationId xmlns:a16="http://schemas.microsoft.com/office/drawing/2014/main" id="{BB65D616-D7D0-41D5-B686-7FDC4298D61F}"/>
              </a:ext>
            </a:extLst>
          </p:cNvPr>
          <p:cNvSpPr/>
          <p:nvPr/>
        </p:nvSpPr>
        <p:spPr>
          <a:xfrm>
            <a:off x="7840229" y="4231517"/>
            <a:ext cx="1641331" cy="8290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Set X-Frame-Options to SAMEORIGIN to prevent clickjacking attacks</a:t>
            </a:r>
            <a:endParaRPr lang="en-US" sz="800" dirty="0"/>
          </a:p>
          <a:p>
            <a:pPr algn="ctr" eaLnBrk="1" hangingPunct="1">
              <a:defRPr/>
            </a:pPr>
            <a:endParaRPr lang="en-US" sz="854" dirty="0"/>
          </a:p>
        </p:txBody>
      </p:sp>
      <p:sp>
        <p:nvSpPr>
          <p:cNvPr id="87" name="Rounded Rectangle 21">
            <a:extLst>
              <a:ext uri="{FF2B5EF4-FFF2-40B4-BE49-F238E27FC236}">
                <a16:creationId xmlns:a16="http://schemas.microsoft.com/office/drawing/2014/main" id="{690BFDC8-07A5-49A2-BC9A-D72315FB7702}"/>
              </a:ext>
            </a:extLst>
          </p:cNvPr>
          <p:cNvSpPr/>
          <p:nvPr/>
        </p:nvSpPr>
        <p:spPr>
          <a:xfrm>
            <a:off x="7840229" y="5298250"/>
            <a:ext cx="1641331" cy="8290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Set X-Frame-Options to SAMEORIGIN to prevent clickjacking attacks</a:t>
            </a:r>
            <a:endParaRPr lang="en-US" sz="800" dirty="0"/>
          </a:p>
          <a:p>
            <a:pPr algn="ctr" eaLnBrk="1" hangingPunct="1">
              <a:defRPr/>
            </a:pPr>
            <a:endParaRPr lang="en-US" sz="854" dirty="0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78E2E43-101F-44D5-A870-D8B24D957C7D}"/>
              </a:ext>
            </a:extLst>
          </p:cNvPr>
          <p:cNvCxnSpPr>
            <a:cxnSpLocks/>
            <a:stCxn id="79" idx="0"/>
          </p:cNvCxnSpPr>
          <p:nvPr/>
        </p:nvCxnSpPr>
        <p:spPr>
          <a:xfrm flipV="1">
            <a:off x="6119366" y="1972543"/>
            <a:ext cx="1266466" cy="68662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296862B-EA3F-47CC-9B5E-CE8C9A92CEA4}"/>
              </a:ext>
            </a:extLst>
          </p:cNvPr>
          <p:cNvCxnSpPr>
            <a:cxnSpLocks/>
            <a:stCxn id="80" idx="3"/>
            <a:endCxn id="75" idx="2"/>
          </p:cNvCxnSpPr>
          <p:nvPr/>
        </p:nvCxnSpPr>
        <p:spPr>
          <a:xfrm flipV="1">
            <a:off x="6804183" y="1949934"/>
            <a:ext cx="699910" cy="187468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3AC31D2-A532-49EF-BD74-620D34E7C17A}"/>
              </a:ext>
            </a:extLst>
          </p:cNvPr>
          <p:cNvCxnSpPr>
            <a:cxnSpLocks/>
            <a:stCxn id="81" idx="3"/>
            <a:endCxn id="75" idx="2"/>
          </p:cNvCxnSpPr>
          <p:nvPr/>
        </p:nvCxnSpPr>
        <p:spPr>
          <a:xfrm flipV="1">
            <a:off x="6804183" y="1949934"/>
            <a:ext cx="699910" cy="284400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A0E63DA-031F-4E4C-B384-1F562A1A99CC}"/>
              </a:ext>
            </a:extLst>
          </p:cNvPr>
          <p:cNvCxnSpPr>
            <a:cxnSpLocks/>
            <a:stCxn id="83" idx="3"/>
            <a:endCxn id="75" idx="2"/>
          </p:cNvCxnSpPr>
          <p:nvPr/>
        </p:nvCxnSpPr>
        <p:spPr>
          <a:xfrm flipV="1">
            <a:off x="6804183" y="1949934"/>
            <a:ext cx="699910" cy="368720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32248D07-F579-40DD-9AAA-17861A9B6BFD}"/>
              </a:ext>
            </a:extLst>
          </p:cNvPr>
          <p:cNvCxnSpPr>
            <a:cxnSpLocks/>
            <a:stCxn id="84" idx="0"/>
          </p:cNvCxnSpPr>
          <p:nvPr/>
        </p:nvCxnSpPr>
        <p:spPr>
          <a:xfrm flipH="1" flipV="1">
            <a:off x="8070649" y="1972543"/>
            <a:ext cx="586248" cy="3349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3E8E110-47D1-4E59-B82C-FBEEC0FA02E3}"/>
              </a:ext>
            </a:extLst>
          </p:cNvPr>
          <p:cNvCxnSpPr>
            <a:cxnSpLocks/>
            <a:stCxn id="85" idx="1"/>
          </p:cNvCxnSpPr>
          <p:nvPr/>
        </p:nvCxnSpPr>
        <p:spPr>
          <a:xfrm flipH="1" flipV="1">
            <a:off x="7660318" y="1972543"/>
            <a:ext cx="170150" cy="173301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BCBC599-DD57-4498-971F-C731C9A4C5BA}"/>
              </a:ext>
            </a:extLst>
          </p:cNvPr>
          <p:cNvCxnSpPr>
            <a:cxnSpLocks/>
            <a:stCxn id="86" idx="1"/>
          </p:cNvCxnSpPr>
          <p:nvPr/>
        </p:nvCxnSpPr>
        <p:spPr>
          <a:xfrm flipH="1" flipV="1">
            <a:off x="7620251" y="2020769"/>
            <a:ext cx="219978" cy="262529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5883FEF-8DA5-4842-91EE-248E2D682D4F}"/>
              </a:ext>
            </a:extLst>
          </p:cNvPr>
          <p:cNvCxnSpPr>
            <a:cxnSpLocks/>
            <a:stCxn id="87" idx="1"/>
          </p:cNvCxnSpPr>
          <p:nvPr/>
        </p:nvCxnSpPr>
        <p:spPr>
          <a:xfrm flipH="1" flipV="1">
            <a:off x="7559121" y="1952436"/>
            <a:ext cx="281108" cy="376036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21">
            <a:extLst>
              <a:ext uri="{FF2B5EF4-FFF2-40B4-BE49-F238E27FC236}">
                <a16:creationId xmlns:a16="http://schemas.microsoft.com/office/drawing/2014/main" id="{968EC6F7-3070-447C-8BBA-08E2683584ED}"/>
              </a:ext>
            </a:extLst>
          </p:cNvPr>
          <p:cNvSpPr/>
          <p:nvPr/>
        </p:nvSpPr>
        <p:spPr>
          <a:xfrm>
            <a:off x="6415213" y="6123730"/>
            <a:ext cx="1245105" cy="533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Use Doctrine for SQL prepared statements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07F795A-1037-4234-8812-730BEB1EE69E}"/>
              </a:ext>
            </a:extLst>
          </p:cNvPr>
          <p:cNvCxnSpPr>
            <a:cxnSpLocks/>
            <a:stCxn id="115" idx="0"/>
            <a:endCxn id="75" idx="2"/>
          </p:cNvCxnSpPr>
          <p:nvPr/>
        </p:nvCxnSpPr>
        <p:spPr>
          <a:xfrm flipV="1">
            <a:off x="7037766" y="1949934"/>
            <a:ext cx="466327" cy="417379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018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34F91A5-4872-46F5-9E6F-7326B1BCFF4C}"/>
              </a:ext>
            </a:extLst>
          </p:cNvPr>
          <p:cNvSpPr/>
          <p:nvPr/>
        </p:nvSpPr>
        <p:spPr>
          <a:xfrm>
            <a:off x="2861570" y="247780"/>
            <a:ext cx="3152274" cy="851297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1">
              <a:defRPr/>
            </a:pPr>
            <a:r>
              <a:rPr lang="en-US" sz="854" dirty="0"/>
              <a:t>Security requirements met by non technical life cycle processes</a:t>
            </a: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4CCE575E-B04A-46A3-82FF-7C037328B09E}"/>
              </a:ext>
            </a:extLst>
          </p:cNvPr>
          <p:cNvSpPr/>
          <p:nvPr/>
        </p:nvSpPr>
        <p:spPr>
          <a:xfrm>
            <a:off x="866703" y="1469674"/>
            <a:ext cx="1524350" cy="8087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Peer Code Reviews</a:t>
            </a:r>
          </a:p>
        </p:txBody>
      </p:sp>
      <p:sp>
        <p:nvSpPr>
          <p:cNvPr id="6" name="Rounded Rectangle 21">
            <a:extLst>
              <a:ext uri="{FF2B5EF4-FFF2-40B4-BE49-F238E27FC236}">
                <a16:creationId xmlns:a16="http://schemas.microsoft.com/office/drawing/2014/main" id="{65C9818E-6AB5-4256-B1E7-04116934A49F}"/>
              </a:ext>
            </a:extLst>
          </p:cNvPr>
          <p:cNvSpPr/>
          <p:nvPr/>
        </p:nvSpPr>
        <p:spPr>
          <a:xfrm>
            <a:off x="5063233" y="1431394"/>
            <a:ext cx="1524350" cy="8087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Developers follow coding guidelines for programming languages used in the project</a:t>
            </a:r>
          </a:p>
        </p:txBody>
      </p:sp>
      <p:sp>
        <p:nvSpPr>
          <p:cNvPr id="8" name="Rounded Rectangle 21">
            <a:extLst>
              <a:ext uri="{FF2B5EF4-FFF2-40B4-BE49-F238E27FC236}">
                <a16:creationId xmlns:a16="http://schemas.microsoft.com/office/drawing/2014/main" id="{8D32133F-AB43-4DF3-9C2A-6F174CFD5936}"/>
              </a:ext>
            </a:extLst>
          </p:cNvPr>
          <p:cNvSpPr/>
          <p:nvPr/>
        </p:nvSpPr>
        <p:spPr>
          <a:xfrm>
            <a:off x="1885027" y="2891582"/>
            <a:ext cx="1524350" cy="8087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Check for all error handling cases specifically in API handling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816D8B-FBCF-41AC-809B-259FF2464AE4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1628878" y="974407"/>
            <a:ext cx="1694332" cy="49526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C0A074-F430-484B-AE4C-D4900DAB25A2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H="1" flipV="1">
            <a:off x="1628878" y="2278407"/>
            <a:ext cx="1018324" cy="6131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4334850-03C9-4145-B4D0-C1D0930D1A93}"/>
              </a:ext>
            </a:extLst>
          </p:cNvPr>
          <p:cNvCxnSpPr>
            <a:cxnSpLocks/>
            <a:stCxn id="6" idx="0"/>
            <a:endCxn id="4" idx="4"/>
          </p:cNvCxnSpPr>
          <p:nvPr/>
        </p:nvCxnSpPr>
        <p:spPr>
          <a:xfrm flipH="1" flipV="1">
            <a:off x="4437707" y="1099077"/>
            <a:ext cx="1387701" cy="33231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1">
            <a:extLst>
              <a:ext uri="{FF2B5EF4-FFF2-40B4-BE49-F238E27FC236}">
                <a16:creationId xmlns:a16="http://schemas.microsoft.com/office/drawing/2014/main" id="{186EF8A6-9C73-4ADB-99CE-3137B073BE5D}"/>
              </a:ext>
            </a:extLst>
          </p:cNvPr>
          <p:cNvSpPr/>
          <p:nvPr/>
        </p:nvSpPr>
        <p:spPr>
          <a:xfrm>
            <a:off x="232603" y="2891582"/>
            <a:ext cx="1524350" cy="8087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854" dirty="0"/>
              <a:t>Making sure the error logs don’t reveal too much information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879A628-BB5C-4632-B8AE-83DCCDBB1D46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994778" y="2278407"/>
            <a:ext cx="496671" cy="6131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53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1722</TotalTime>
  <Words>596</Words>
  <Application>Microsoft Office PowerPoint</Application>
  <PresentationFormat>A4 Paper (210x297 mm)</PresentationFormat>
  <Paragraphs>82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Manish Kumar</dc:creator>
  <cp:lastModifiedBy>Manish Kumar</cp:lastModifiedBy>
  <cp:revision>7</cp:revision>
  <dcterms:created xsi:type="dcterms:W3CDTF">2020-04-30T21:54:35Z</dcterms:created>
  <dcterms:modified xsi:type="dcterms:W3CDTF">2020-05-02T02:36:37Z</dcterms:modified>
</cp:coreProperties>
</file>